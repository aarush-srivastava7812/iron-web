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1.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87fb95fff66144a0" /><Relationship Type="http://schemas.openxmlformats.org/officeDocument/2006/relationships/extended-properties" Target="/docProps/app.xml" Id="Rf77748f89a2b4b0e" /><Relationship Type="http://schemas.openxmlformats.org/officeDocument/2006/relationships/officeDocument" Target="/ppt/presentation.xml" Id="R4e2d1da2bf014baf" /></Relationships>
</file>

<file path=ppt/presentation.xml><?xml version="1.0" encoding="utf-8"?>
<p:presentation xmlns:p="http://schemas.openxmlformats.org/presentationml/2006/main">
  <p:sldMasterIdLst>
    <p:sldMasterId xmlns:r="http://schemas.openxmlformats.org/officeDocument/2006/relationships" id="2147483648" r:id="Rd480c7cfc34b47da"/>
  </p:sldMasterIdLst>
  <p:notesMasterIdLst>
    <p:notesMasterId xmlns:r="http://schemas.openxmlformats.org/officeDocument/2006/relationships" r:id="R91753fc0b6914612"/>
  </p:notesMasterIdLst>
  <p:sldIdLst>
    <p:sldId xmlns:r="http://schemas.openxmlformats.org/officeDocument/2006/relationships" id="256" r:id="R51a8461abaac4c63"/>
    <p:sldId xmlns:r="http://schemas.openxmlformats.org/officeDocument/2006/relationships" id="257" r:id="R5d020e12f74b450b"/>
    <p:sldId xmlns:r="http://schemas.openxmlformats.org/officeDocument/2006/relationships" id="258" r:id="Rbd69275839cd4eff"/>
    <p:sldId xmlns:r="http://schemas.openxmlformats.org/officeDocument/2006/relationships" id="259" r:id="R5dd298f592204e5a"/>
    <p:sldId xmlns:r="http://schemas.openxmlformats.org/officeDocument/2006/relationships" id="260" r:id="R8ce149c1fcc84fdb"/>
    <p:sldId xmlns:r="http://schemas.openxmlformats.org/officeDocument/2006/relationships" id="261" r:id="R6ec0fefd999a4919"/>
    <p:sldId xmlns:r="http://schemas.openxmlformats.org/officeDocument/2006/relationships" id="262" r:id="R50e18e6bcb554f3d"/>
    <p:sldId xmlns:r="http://schemas.openxmlformats.org/officeDocument/2006/relationships" id="263" r:id="Rf3321bd3438347aa"/>
  </p:sldIdLst>
  <p:sldSz cx="15240000" cy="8572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1eef14932ab4831" /><Relationship Type="http://schemas.openxmlformats.org/officeDocument/2006/relationships/slideMaster" Target="/ppt/slideMasters/slideMaster1.xml" Id="Rd480c7cfc34b47da" /><Relationship Type="http://schemas.openxmlformats.org/officeDocument/2006/relationships/notesMaster" Target="/ppt/notesMasters/notesMaster1.xml" Id="R91753fc0b6914612" /><Relationship Type="http://schemas.openxmlformats.org/officeDocument/2006/relationships/presProps" Target="/ppt/presProps.xml" Id="R7af1d6aa177d4070" /><Relationship Type="http://schemas.openxmlformats.org/officeDocument/2006/relationships/tableStyles" Target="/ppt/tableStyles.xml" Id="Ra8c9a4dc63ab4d0a" /><Relationship Type="http://schemas.openxmlformats.org/officeDocument/2006/relationships/slide" Target="/ppt/slides/slide1.xml" Id="R51a8461abaac4c63" /><Relationship Type="http://schemas.openxmlformats.org/officeDocument/2006/relationships/slide" Target="/ppt/slides/slide2.xml" Id="R5d020e12f74b450b" /><Relationship Type="http://schemas.openxmlformats.org/officeDocument/2006/relationships/slide" Target="/ppt/slides/slide3.xml" Id="Rbd69275839cd4eff" /><Relationship Type="http://schemas.openxmlformats.org/officeDocument/2006/relationships/slide" Target="/ppt/slides/slide4.xml" Id="R5dd298f592204e5a" /><Relationship Type="http://schemas.openxmlformats.org/officeDocument/2006/relationships/slide" Target="/ppt/slides/slide5.xml" Id="R8ce149c1fcc84fdb" /><Relationship Type="http://schemas.openxmlformats.org/officeDocument/2006/relationships/slide" Target="/ppt/slides/slide6.xml" Id="R6ec0fefd999a4919" /><Relationship Type="http://schemas.openxmlformats.org/officeDocument/2006/relationships/slide" Target="/ppt/slides/slide7.xml" Id="R50e18e6bcb554f3d" /><Relationship Type="http://schemas.openxmlformats.org/officeDocument/2006/relationships/slide" Target="/ppt/slides/slide8.xml" Id="Rf3321bd3438347a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c4f9e071d754d6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7d3cbdb7c18428c" /><Relationship Type="http://schemas.openxmlformats.org/officeDocument/2006/relationships/notesMaster" Target="/ppt/notesMasters/notesMaster1.xml" Id="R49dcd80f1ee546d6" /></Relationships>
</file>

<file path=ppt/notesSlides/_rels/notesSlide2.xml.rels>&#65279;<?xml version="1.0" encoding="utf-8"?><Relationships xmlns="http://schemas.openxmlformats.org/package/2006/relationships"><Relationship Type="http://schemas.openxmlformats.org/officeDocument/2006/relationships/slide" Target="/ppt/slides/slide2.xml" Id="R3165646fd8b74e86" /><Relationship Type="http://schemas.openxmlformats.org/officeDocument/2006/relationships/notesMaster" Target="/ppt/notesMasters/notesMaster1.xml" Id="Rd293684adc574480" /></Relationships>
</file>

<file path=ppt/notesSlides/_rels/notesSlide3.xml.rels>&#65279;<?xml version="1.0" encoding="utf-8"?><Relationships xmlns="http://schemas.openxmlformats.org/package/2006/relationships"><Relationship Type="http://schemas.openxmlformats.org/officeDocument/2006/relationships/slide" Target="/ppt/slides/slide3.xml" Id="R9796bc6497ce4a7d" /><Relationship Type="http://schemas.openxmlformats.org/officeDocument/2006/relationships/notesMaster" Target="/ppt/notesMasters/notesMaster1.xml" Id="R4f11f1111dae434d" /></Relationships>
</file>

<file path=ppt/notesSlides/_rels/notesSlide4.xml.rels>&#65279;<?xml version="1.0" encoding="utf-8"?><Relationships xmlns="http://schemas.openxmlformats.org/package/2006/relationships"><Relationship Type="http://schemas.openxmlformats.org/officeDocument/2006/relationships/slide" Target="/ppt/slides/slide4.xml" Id="Radf9dc32f4d94bf8" /><Relationship Type="http://schemas.openxmlformats.org/officeDocument/2006/relationships/notesMaster" Target="/ppt/notesMasters/notesMaster1.xml" Id="R116efdc25c894533" /></Relationships>
</file>

<file path=ppt/notesSlides/_rels/notesSlide5.xml.rels>&#65279;<?xml version="1.0" encoding="utf-8"?><Relationships xmlns="http://schemas.openxmlformats.org/package/2006/relationships"><Relationship Type="http://schemas.openxmlformats.org/officeDocument/2006/relationships/slide" Target="/ppt/slides/slide5.xml" Id="R80c3dfbc6e5b4d5c" /><Relationship Type="http://schemas.openxmlformats.org/officeDocument/2006/relationships/notesMaster" Target="/ppt/notesMasters/notesMaster1.xml" Id="R79f475c71b534897" /></Relationships>
</file>

<file path=ppt/notesSlides/_rels/notesSlide6.xml.rels>&#65279;<?xml version="1.0" encoding="utf-8"?><Relationships xmlns="http://schemas.openxmlformats.org/package/2006/relationships"><Relationship Type="http://schemas.openxmlformats.org/officeDocument/2006/relationships/slide" Target="/ppt/slides/slide6.xml" Id="Rf54e68741788486a" /><Relationship Type="http://schemas.openxmlformats.org/officeDocument/2006/relationships/notesMaster" Target="/ppt/notesMasters/notesMaster1.xml" Id="R4e789a31498f41b9" /></Relationships>
</file>

<file path=ppt/notesSlides/_rels/notesSlide7.xml.rels>&#65279;<?xml version="1.0" encoding="utf-8"?><Relationships xmlns="http://schemas.openxmlformats.org/package/2006/relationships"><Relationship Type="http://schemas.openxmlformats.org/officeDocument/2006/relationships/slide" Target="/ppt/slides/slide7.xml" Id="Racce5ce2cbcf4cfe" /><Relationship Type="http://schemas.openxmlformats.org/officeDocument/2006/relationships/notesMaster" Target="/ppt/notesMasters/notesMaster1.xml" Id="R2cbe5ef486e64473" /></Relationships>
</file>

<file path=ppt/notesSlides/_rels/notesSlide8.xml.rels>&#65279;<?xml version="1.0" encoding="utf-8"?><Relationships xmlns="http://schemas.openxmlformats.org/package/2006/relationships"><Relationship Type="http://schemas.openxmlformats.org/officeDocument/2006/relationships/slide" Target="/ppt/slides/slide8.xml" Id="R7de459e3d155414d" /><Relationship Type="http://schemas.openxmlformats.org/officeDocument/2006/relationships/notesMaster" Target="/ppt/notesMasters/notesMaster1.xml" Id="Ra9bd47ae4ac642b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Introduce Iron Web as the shared memory infrastructure and Voyara as the working travel application. Team details come directly from the user. This deck uses the eight-slide limit including this cover. The screenshot records a real local demonstration, not current supplier inventory. TinyFish is planned and is explicitly identified on slide 6.</a:t>
            </a:r>
          </a:p>
          <a:p xmlns:a="http://schemas.openxmlformats.org/drawingml/2006/main">
            <a:r>
              <a:t/>
            </a:r>
          </a:p>
          <a:p xmlns:a="http://schemas.openxmlformats.org/drawingml/2006/main">
            <a:r>
              <a:t>Sources</a:t>
            </a:r>
          </a:p>
          <a:p xmlns:a="http://schemas.openxmlformats.org/drawingml/2006/main">
            <a:r>
              <a:t>https://github.com/aarush-srivastava7812/Iron-Web/blob/c11beccc73386aea38994a19feb79dbb04bca5df/README.md</a:t>
            </a:r>
          </a:p>
          <a:p xmlns:a="http://schemas.openxmlformats.org/drawingml/2006/main">
            <a:r>
              <a:t>https://github.com/aarush-srivastava7812/Iron-Web/blob/c11beccc73386aea38994a19feb79dbb04bca5df/docs/screenshots/demo-2026-10-18/voyara-home.png</a:t>
            </a:r>
          </a:p>
          <a:p xmlns:a="http://schemas.openxmlformats.org/drawingml/2006/main">
            <a:r>
              <a:t>https://docs.google.com/document/d/1L1N8HhK9QGGKPn2gja6v6GH8BVHnBuJQqDPcl2WpajM/edit?usp=sharing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Demonstrate the actual problem: stale personalization when a requirement changes. The product supports structured trip details, saved drafts, Travel Book PDFs and booking requests. Benefits here are intended practical benefits, not measured adoption or customer-outcome statistics. Catalog inventory and estimates are synthetic and require supplier confirmation. Screenshot provenance is local recorded demo.</a:t>
            </a:r>
          </a:p>
          <a:p xmlns:a="http://schemas.openxmlformats.org/drawingml/2006/main">
            <a:r>
              <a:t/>
            </a:r>
          </a:p>
          <a:p xmlns:a="http://schemas.openxmlformats.org/drawingml/2006/main">
            <a:r>
              <a:t>Sources</a:t>
            </a:r>
          </a:p>
          <a:p xmlns:a="http://schemas.openxmlformats.org/drawingml/2006/main">
            <a:r>
              <a:t>https://github.com/aarush-srivastava7812/Iron-Web/blob/c11beccc73386aea38994a19feb79dbb04bca5df/README.md</a:t>
            </a:r>
          </a:p>
          <a:p xmlns:a="http://schemas.openxmlformats.org/drawingml/2006/main">
            <a:r>
              <a:t>https://github.com/aarush-srivastava7812/Iron-Web/blob/c11beccc73386aea38994a19feb79dbb04bca5df/stitch_ai_travel_booking_platform/README.md</a:t>
            </a:r>
          </a:p>
          <a:p xmlns:a="http://schemas.openxmlformats.org/drawingml/2006/main">
            <a:r>
              <a:t>https://github.com/aarush-srivastava7812/Iron-Web/blob/c11beccc73386aea38994a19feb79dbb04bca5df/docs/screenshots/demo-2026-10-18/voyara-trip-request.png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an editable conceptual architecture diagram paired with a real local dashboard architecture screenshot. The deployed Vercel project uses stitch_ai_travel_booking_platform/frontend and dist output. The API owner runs a single worker with embedded Qdrant and a private journal, plus FalkorDB. The three-tier gateway assembles current scoped context from hot text, evidence-derived cards and authoritative durable evidence. CUDA card-vector matching is optional, while CPU is the operational default. The dashboard stays separate and reads published snapshots through its relay. Current Render free-tier storage is ephemeral across restarts/redeploys, so durable retention needs an appropriate persistent deployment. The public website does not expose the separate local memory dashboard.</a:t>
            </a:r>
          </a:p>
          <a:p xmlns:a="http://schemas.openxmlformats.org/drawingml/2006/main">
            <a:r>
              <a:t/>
            </a:r>
          </a:p>
          <a:p xmlns:a="http://schemas.openxmlformats.org/drawingml/2006/main">
            <a:r>
              <a:t>Sources</a:t>
            </a:r>
          </a:p>
          <a:p xmlns:a="http://schemas.openxmlformats.org/drawingml/2006/main">
            <a:r>
              <a:t>https://github.com/aarush-srivastava7812/Iron-Web/blob/c11beccc73386aea38994a19feb79dbb04bca5df/README.md</a:t>
            </a:r>
          </a:p>
          <a:p xmlns:a="http://schemas.openxmlformats.org/drawingml/2006/main">
            <a:r>
              <a:t>https://github.com/aarush-srivastava7812/Iron-Web/blob/c11beccc73386aea38994a19feb79dbb04bca5df/docs/architecture.md</a:t>
            </a:r>
          </a:p>
          <a:p xmlns:a="http://schemas.openxmlformats.org/drawingml/2006/main">
            <a:r>
              <a:t>https://github.com/aarush-srivastava7812/Iron-Web/blob/c11beccc73386aea38994a19feb79dbb04bca5df/docs/three_tier_memory.md</a:t>
            </a:r>
          </a:p>
          <a:p xmlns:a="http://schemas.openxmlformats.org/drawingml/2006/main">
            <a:r>
              <a:t>https://github.com/aarush-srivastava7812/Iron-Web/blob/c11beccc73386aea38994a19feb79dbb04bca5df/deploy/voyara/README.md</a:t>
            </a:r>
          </a:p>
          <a:p xmlns:a="http://schemas.openxmlformats.org/drawingml/2006/main">
            <a:r>
              <a:t>https://github.com/aarush-srivastava7812/Iron-Web/blob/c11beccc73386aea38994a19feb79dbb04bca5df/docs/screenshots/demo-2026-10-18/dashboard-architecture.png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full tested Plan route uses seven hosted specialists: consultant, explore, stay, tour guide, food guide, itinerary and budget. The orchestrator coordinates execution. Travel support runs when the route needs it. Nine registered memory actors therefore do not imply nine simultaneous hosted calls. The actual local screenshot shows the registered actor graph and observed activity for that recorded run, rather than seven concurrent calls. Backend/tool contracts define bounded revision and typed outputs. Specialist tools include compare_stays, build_schedule and calculate_budget. Hosted agents do not execute payments or confirmed supplier bookings. A previous hosted smoke test completed all seven specialists with NVIDIA mode, but its one-run timing is not a general latency benchmark.</a:t>
            </a:r>
          </a:p>
          <a:p xmlns:a="http://schemas.openxmlformats.org/drawingml/2006/main">
            <a:r>
              <a:t/>
            </a:r>
          </a:p>
          <a:p xmlns:a="http://schemas.openxmlformats.org/drawingml/2006/main">
            <a:r>
              <a:t>Sources</a:t>
            </a:r>
          </a:p>
          <a:p xmlns:a="http://schemas.openxmlformats.org/drawingml/2006/main">
            <a:r>
              <a:t>https://github.com/aarush-srivastava7812/Iron-Web/blob/c11beccc73386aea38994a19feb79dbb04bca5df/README.md</a:t>
            </a:r>
          </a:p>
          <a:p xmlns:a="http://schemas.openxmlformats.org/drawingml/2006/main">
            <a:r>
              <a:t>https://github.com/aarush-srivastava7812/Iron-Web/blob/c11beccc73386aea38994a19feb79dbb04bca5df/agents/README.md</a:t>
            </a:r>
          </a:p>
          <a:p xmlns:a="http://schemas.openxmlformats.org/drawingml/2006/main">
            <a:r>
              <a:t>https://github.com/aarush-srivastava7812/Iron-Web/blob/c11beccc73386aea38994a19feb79dbb04bca5df/agents/orchestration/graph.py</a:t>
            </a:r>
          </a:p>
          <a:p xmlns:a="http://schemas.openxmlformats.org/drawingml/2006/main">
            <a:r>
              <a:t>https://github.com/aarush-srivastava7812/Iron-Web/blob/c11beccc73386aea38994a19feb79dbb04bca5df/agents/schemas.py</a:t>
            </a:r>
          </a:p>
          <a:p xmlns:a="http://schemas.openxmlformats.org/drawingml/2006/main">
            <a:r>
              <a:t>https://github.com/aarush-srivastava7812/Iron-Web/blob/c11beccc73386aea38994a19feb79dbb04bca5df/docs/screenshots/demo-2026-10-18/dashboard-agent-wiring.png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screenshot is the actual recorded local demonstration, where the selected graph-backed budget is 120000 after a change from 200000. The system retains source IDs, accepted versions, scopes and work dependencies. Current snapshots revalidate freshness after generation. Pending, missing or disputed mandatory requirements block readiness. Deletion invalidates derived context and does not silently revive earlier budgets. The image itself is a source screenshot; labels and the lifecycle explanation on the right remain editable. Replay uses captured event contexts, while graph and resource aggregates are latest snapshots rather than complete historical database reconstructions.</a:t>
            </a:r>
          </a:p>
          <a:p xmlns:a="http://schemas.openxmlformats.org/drawingml/2006/main">
            <a:r>
              <a:t/>
            </a:r>
          </a:p>
          <a:p xmlns:a="http://schemas.openxmlformats.org/drawingml/2006/main">
            <a:r>
              <a:t>Sources</a:t>
            </a:r>
          </a:p>
          <a:p xmlns:a="http://schemas.openxmlformats.org/drawingml/2006/main">
            <a:r>
              <a:t>https://github.com/aarush-srivastava7812/Iron-Web/blob/c11beccc73386aea38994a19feb79dbb04bca5df/README.md</a:t>
            </a:r>
          </a:p>
          <a:p xmlns:a="http://schemas.openxmlformats.org/drawingml/2006/main">
            <a:r>
              <a:t>https://github.com/aarush-srivastava7812/Iron-Web/blob/c11beccc73386aea38994a19feb79dbb04bca5df/docs/memory_evolution.md</a:t>
            </a:r>
          </a:p>
          <a:p xmlns:a="http://schemas.openxmlformats.org/drawingml/2006/main">
            <a:r>
              <a:t>https://github.com/aarush-srivastava7812/Iron-Web/blob/c11beccc73386aea38994a19feb79dbb04bca5df/docs/screenshots/demo-2026-10-18/dashboard-memory-graph.png</a:t>
            </a:r>
          </a:p>
          <a:p xmlns:a="http://schemas.openxmlformats.org/drawingml/2006/main">
            <a:r>
              <a:t>https://github.com/aarush-srivastava7812/Iron-Web/blob/c11beccc73386aea38994a19feb79dbb04bca5df/docs/shared_memory_service.md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user explicitly confirmed that no working TinyFish integration exists and requested that it be labeled planned. The hackathon brief requires functional and meaningful TinyFish usage, worth 20 points. This slide is a proposed implementation path, not a claim that the integration already works. All connectors are dashed to reinforce its planned status. The screenshot shows the existing source/numeric-vector inspector, not TinyFish output. Suggested use: obtain current source evidence for travel details, record source URL/retrieval time/status, validate evidence and expose it through the existing gateway. Exact provider endpoints and credentials are not specified here. Current supplier inventory is synthetic. No live fares, stock or supplier guarantees are claimed. TinyFish must be implemented and demonstrated before presenting this slide as delivered.</a:t>
            </a:r>
          </a:p>
          <a:p xmlns:a="http://schemas.openxmlformats.org/drawingml/2006/main">
            <a:r>
              <a:t/>
            </a:r>
          </a:p>
          <a:p xmlns:a="http://schemas.openxmlformats.org/drawingml/2006/main">
            <a:r>
              <a:t>Sources</a:t>
            </a:r>
          </a:p>
          <a:p xmlns:a="http://schemas.openxmlformats.org/drawingml/2006/main">
            <a:r>
              <a:t>https://docs.google.com/document/d/1L1N8HhK9QGGKPn2gja6v6GH8BVHnBuJQqDPcl2WpajM/edit?usp=sharing</a:t>
            </a:r>
          </a:p>
          <a:p xmlns:a="http://schemas.openxmlformats.org/drawingml/2006/main">
            <a:r>
              <a:t>https://github.com/aarush-srivastava7812/Iron-Web/blob/c11beccc73386aea38994a19feb79dbb04bca5df/README.md</a:t>
            </a:r>
          </a:p>
          <a:p xmlns:a="http://schemas.openxmlformats.org/drawingml/2006/main">
            <a:r>
              <a:t>https://github.com/aarush-srivastava7812/Iron-Web/blob/c11beccc73386aea38994a19feb79dbb04bca5df/docs/screenshots/demo-2026-10-18/dashboard-source-inspection.png</a:t>
            </a:r>
          </a:p>
          <a:p xmlns:a="http://schemas.openxmlformats.org/drawingml/2006/main">
            <a:r>
              <a:t>User confirmation in this conversation: No—label TinyFish as planned.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Timings come from report/three_tier_20261015_verified/results.json. Uncached equivalent p50 232.86 ms, RAM+CPU p50 15.34 ms, RAM+GPU p50 15.82 ms. Calculated ratio = 15.1799. Each mode repeats the same request 15 times with identical final prompt/claim dependencies, real BAAI/bge-small-en-v1.5 embeddings, a retained Mistral plain-text tokenizer contract and one active 384-dimensional card. No generative model or hosted inference is measured. The cache screenshot records a separate local demonstration and is illustrative of observability, not the source of the chart values. Warm CPU/GPU are close; first GPU rebuild is about 1058.20 ms versus about 237.39 ms for CPU. CPU remains the operational default. Do not generalize the ratio to end-to-end AI speed or multi-user production workloads. Field correctness is 36/36 on a separate developer-designed regression fixture, not a blind external test. Neither result is an official upstream benchmark score.</a:t>
            </a:r>
          </a:p>
          <a:p xmlns:a="http://schemas.openxmlformats.org/drawingml/2006/main">
            <a:r>
              <a:t/>
            </a:r>
          </a:p>
          <a:p xmlns:a="http://schemas.openxmlformats.org/drawingml/2006/main">
            <a:r>
              <a:t>Sources</a:t>
            </a:r>
          </a:p>
          <a:p xmlns:a="http://schemas.openxmlformats.org/drawingml/2006/main">
            <a:r>
              <a:t>https://github.com/aarush-srivastava7812/Iron-Web/blob/c11beccc73386aea38994a19feb79dbb04bca5df/report/three_tier_20261015_verified/README.md</a:t>
            </a:r>
          </a:p>
          <a:p xmlns:a="http://schemas.openxmlformats.org/drawingml/2006/main">
            <a:r>
              <a:t>https://github.com/aarush-srivastava7812/Iron-Web/blob/c11beccc73386aea38994a19feb79dbb04bca5df/report/three_tier_20261015_verified/results.json</a:t>
            </a:r>
          </a:p>
          <a:p xmlns:a="http://schemas.openxmlformats.org/drawingml/2006/main">
            <a:r>
              <a:t>https://github.com/aarush-srivastava7812/Iron-Web/blob/c11beccc73386aea38994a19feb79dbb04bca5df/report/memory_evaluation_20261014_final/results.json</a:t>
            </a:r>
          </a:p>
          <a:p xmlns:a="http://schemas.openxmlformats.org/drawingml/2006/main">
            <a:r>
              <a:t>https://github.com/aarush-srivastava7812/Iron-Web/blob/c11beccc73386aea38994a19feb79dbb04bca5df/docs/memory_research_protocol.md</a:t>
            </a:r>
          </a:p>
          <a:p xmlns:a="http://schemas.openxmlformats.org/drawingml/2006/main">
            <a:r>
              <a:t>https://github.com/aarush-srivastava7812/Iron-Web/blob/c11beccc73386aea38994a19feb79dbb04bca5df/docs/screenshots/demo-2026-10-18/dashboard-cache.png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replacement closing slide focuses on technical observability rather than access instructions or submission scoring. Both screenshots are actual local demonstration captures from the retained October 18 demo. The main Context X-ray exposes captured context allocation, fields, supporting evidence and source links. The Activity view displays observed events by actor, supports selection and links the event to its captured context. The dashboard uses a separate read-only HTTP/SSE relay scoped to a selected account/trip. No diagram implies administrative access across users. Context history is event-specific, while graph/store/resource aggregates remain current snapshots. Screenshots use UTF-8-byte accounting for the declared consumer profile, not a model token-billing claim.</a:t>
            </a:r>
          </a:p>
          <a:p xmlns:a="http://schemas.openxmlformats.org/drawingml/2006/main">
            <a:r>
              <a:t/>
            </a:r>
          </a:p>
          <a:p xmlns:a="http://schemas.openxmlformats.org/drawingml/2006/main">
            <a:r>
              <a:t>Sources</a:t>
            </a:r>
          </a:p>
          <a:p xmlns:a="http://schemas.openxmlformats.org/drawingml/2006/main">
            <a:r>
              <a:t>https://github.com/aarush-srivastava7812/Iron-Web/blob/c11beccc73386aea38994a19feb79dbb04bca5df/README.md</a:t>
            </a:r>
          </a:p>
          <a:p xmlns:a="http://schemas.openxmlformats.org/drawingml/2006/main">
            <a:r>
              <a:t>https://github.com/aarush-srivastava7812/Iron-Web/blob/c11beccc73386aea38994a19feb79dbb04bca5df/docs/capabilities.md</a:t>
            </a:r>
          </a:p>
          <a:p xmlns:a="http://schemas.openxmlformats.org/drawingml/2006/main">
            <a:r>
              <a:t>https://github.com/aarush-srivastava7812/Iron-Web/blob/c11beccc73386aea38994a19feb79dbb04bca5df/docs/screenshots/demo-2026-10-18/dashboard-context-xray.png</a:t>
            </a:r>
          </a:p>
          <a:p xmlns:a="http://schemas.openxmlformats.org/drawingml/2006/main">
            <a:r>
              <a:t>https://github.com/aarush-srivastava7812/Iron-Web/blob/c11beccc73386aea38994a19feb79dbb04bca5df/docs/screenshots/demo-2026-10-18/dashboard-activity.png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a185d007e0043e2"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cfeb3d9a2b0a4bb1"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1fdffd91fe5e4140"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7d3c2995858242d5"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22ce79ec99c146de"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ea1c9309191044f8"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341C938-4C67-4CC7-9AE3-7C7C38F5D903}"/>
              </a:ext>
            </a:extLst>
          </p:cNvPr>
          <p:cNvSpPr>
            <a:spLocks xmlns:a="http://schemas.openxmlformats.org/drawingml/2006/main" noGrp="1"/>
          </p:cNvSpPr>
          <p:nvPr>
            <p:ph type="title" idx="0"/>
          </p:nvPr>
        </p:nvSpPr>
        <p:spPr>
          <a:xfrm xmlns:a="http://schemas.openxmlformats.org/drawingml/2006/main">
            <a:off x="1524000" y="3238500"/>
            <a:ext cx="12192000" cy="12382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6000" b="1">
                <a:solidFill>
                  <a:schemeClr val="tx1"/>
                </a:solidFill>
                <a:latin typeface="+mj-lt"/>
                <a:ea typeface="+mj-lt"/>
                <a:cs typeface="+mj-lt"/>
              </a:defRPr>
            </a:defPPr>
            <a:lvl1pPr marL="0" indent="0" algn="ctr">
              <a:lnSpc>
                <a:spcPct val="110000"/>
              </a:lnSpc>
              <a:spcBef>
                <a:spcPts val="0"/>
              </a:spcBef>
              <a:spcAft>
                <a:spcPts val="0"/>
              </a:spcAft>
              <a:buNone/>
              <a:defRPr sz="6000" b="1">
                <a:solidFill>
                  <a:schemeClr val="tx1"/>
                </a:solidFill>
                <a:latin typeface="+mj-lt"/>
                <a:ea typeface="+mj-lt"/>
                <a:cs typeface="+mj-lt"/>
              </a:defRPr>
            </a:lvl1pPr>
            <a:lvl2pPr marL="0" indent="0" algn="ctr">
              <a:lnSpc>
                <a:spcPct val="110000"/>
              </a:lnSpc>
              <a:spcBef>
                <a:spcPts val="0"/>
              </a:spcBef>
              <a:spcAft>
                <a:spcPts val="0"/>
              </a:spcAft>
              <a:buNone/>
              <a:defRPr sz="6000" b="1">
                <a:solidFill>
                  <a:schemeClr val="tx1"/>
                </a:solidFill>
                <a:latin typeface="+mj-lt"/>
                <a:ea typeface="+mj-lt"/>
                <a:cs typeface="+mj-lt"/>
              </a:defRPr>
            </a:lvl2pPr>
            <a:lvl3pPr marL="0" indent="0" algn="ctr">
              <a:lnSpc>
                <a:spcPct val="110000"/>
              </a:lnSpc>
              <a:spcBef>
                <a:spcPts val="0"/>
              </a:spcBef>
              <a:spcAft>
                <a:spcPts val="0"/>
              </a:spcAft>
              <a:buNone/>
              <a:defRPr sz="6000" b="1">
                <a:solidFill>
                  <a:schemeClr val="tx1"/>
                </a:solidFill>
                <a:latin typeface="+mj-lt"/>
                <a:ea typeface="+mj-lt"/>
                <a:cs typeface="+mj-lt"/>
              </a:defRPr>
            </a:lvl3pPr>
            <a:lvl4pPr marL="0" indent="0" algn="ctr">
              <a:lnSpc>
                <a:spcPct val="110000"/>
              </a:lnSpc>
              <a:spcBef>
                <a:spcPts val="0"/>
              </a:spcBef>
              <a:spcAft>
                <a:spcPts val="0"/>
              </a:spcAft>
              <a:buNone/>
              <a:defRPr sz="6000" b="1">
                <a:solidFill>
                  <a:schemeClr val="tx1"/>
                </a:solidFill>
                <a:latin typeface="+mj-lt"/>
                <a:ea typeface="+mj-lt"/>
                <a:cs typeface="+mj-lt"/>
              </a:defRPr>
            </a:lvl4pPr>
            <a:lvl5pPr marL="0" indent="0" algn="ctr">
              <a:lnSpc>
                <a:spcPct val="110000"/>
              </a:lnSpc>
              <a:spcBef>
                <a:spcPts val="0"/>
              </a:spcBef>
              <a:spcAft>
                <a:spcPts val="0"/>
              </a:spcAft>
              <a:buNone/>
              <a:defRPr sz="6000" b="1">
                <a:solidFill>
                  <a:schemeClr val="tx1"/>
                </a:solidFill>
                <a:latin typeface="+mj-lt"/>
                <a:ea typeface="+mj-lt"/>
                <a:cs typeface="+mj-lt"/>
              </a:defRPr>
            </a:lvl5pPr>
            <a:lvl6pPr marL="0" indent="0" algn="ctr">
              <a:lnSpc>
                <a:spcPct val="110000"/>
              </a:lnSpc>
              <a:spcBef>
                <a:spcPts val="0"/>
              </a:spcBef>
              <a:spcAft>
                <a:spcPts val="0"/>
              </a:spcAft>
              <a:buNone/>
              <a:defRPr sz="6000" b="1">
                <a:solidFill>
                  <a:schemeClr val="tx1"/>
                </a:solidFill>
                <a:latin typeface="+mj-lt"/>
                <a:ea typeface="+mj-lt"/>
                <a:cs typeface="+mj-lt"/>
              </a:defRPr>
            </a:lvl6pPr>
            <a:lvl7pPr marL="0" indent="0" algn="ctr">
              <a:lnSpc>
                <a:spcPct val="110000"/>
              </a:lnSpc>
              <a:spcBef>
                <a:spcPts val="0"/>
              </a:spcBef>
              <a:spcAft>
                <a:spcPts val="0"/>
              </a:spcAft>
              <a:buNone/>
              <a:defRPr sz="6000" b="1">
                <a:solidFill>
                  <a:schemeClr val="tx1"/>
                </a:solidFill>
                <a:latin typeface="+mj-lt"/>
                <a:ea typeface="+mj-lt"/>
                <a:cs typeface="+mj-lt"/>
              </a:defRPr>
            </a:lvl7pPr>
            <a:lvl8pPr marL="0" indent="0" algn="ctr">
              <a:lnSpc>
                <a:spcPct val="110000"/>
              </a:lnSpc>
              <a:spcBef>
                <a:spcPts val="0"/>
              </a:spcBef>
              <a:spcAft>
                <a:spcPts val="0"/>
              </a:spcAft>
              <a:buNone/>
              <a:defRPr sz="6000" b="1">
                <a:solidFill>
                  <a:schemeClr val="tx1"/>
                </a:solidFill>
                <a:latin typeface="+mj-lt"/>
                <a:ea typeface="+mj-lt"/>
                <a:cs typeface="+mj-lt"/>
              </a:defRPr>
            </a:lvl8pPr>
            <a:lvl9pPr marL="0" indent="0" algn="ctr">
              <a:lnSpc>
                <a:spcPct val="110000"/>
              </a:lnSpc>
              <a:spcBef>
                <a:spcPts val="0"/>
              </a:spcBef>
              <a:spcAft>
                <a:spcPts val="0"/>
              </a:spcAft>
              <a:buNone/>
              <a:defRPr sz="60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49733258-274C-4958-9A9A-31578F498E7D}"/>
              </a:ext>
            </a:extLst>
          </p:cNvPr>
          <p:cNvSpPr>
            <a:spLocks xmlns:a="http://schemas.openxmlformats.org/drawingml/2006/main" noGrp="1"/>
          </p:cNvSpPr>
          <p:nvPr>
            <p:ph type="subTitle" idx="1"/>
          </p:nvPr>
        </p:nvSpPr>
        <p:spPr>
          <a:xfrm xmlns:a="http://schemas.openxmlformats.org/drawingml/2006/main">
            <a:off x="2286000" y="4714875"/>
            <a:ext cx="10668000" cy="9525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625" b="0">
                <a:solidFill>
                  <a:schemeClr val="tx1"/>
                </a:solidFill>
                <a:latin typeface="+mn-lt"/>
                <a:ea typeface="+mn-lt"/>
                <a:cs typeface="+mn-lt"/>
              </a:defRPr>
            </a:defPPr>
            <a:lvl1pPr marL="0" indent="0" algn="ctr">
              <a:lnSpc>
                <a:spcPct val="110000"/>
              </a:lnSpc>
              <a:spcBef>
                <a:spcPts val="0"/>
              </a:spcBef>
              <a:spcAft>
                <a:spcPts val="0"/>
              </a:spcAft>
              <a:buNone/>
              <a:defRPr sz="2625" b="0">
                <a:solidFill>
                  <a:schemeClr val="tx1"/>
                </a:solidFill>
                <a:latin typeface="+mn-lt"/>
                <a:ea typeface="+mn-lt"/>
                <a:cs typeface="+mn-lt"/>
              </a:defRPr>
            </a:lvl1pPr>
            <a:lvl2pPr marL="0" indent="0" algn="ctr">
              <a:lnSpc>
                <a:spcPct val="110000"/>
              </a:lnSpc>
              <a:spcBef>
                <a:spcPts val="0"/>
              </a:spcBef>
              <a:spcAft>
                <a:spcPts val="0"/>
              </a:spcAft>
              <a:buNone/>
              <a:defRPr sz="2625" b="0">
                <a:solidFill>
                  <a:schemeClr val="tx1"/>
                </a:solidFill>
                <a:latin typeface="+mn-lt"/>
                <a:ea typeface="+mn-lt"/>
                <a:cs typeface="+mn-lt"/>
              </a:defRPr>
            </a:lvl2pPr>
            <a:lvl3pPr marL="0" indent="0" algn="ctr">
              <a:lnSpc>
                <a:spcPct val="110000"/>
              </a:lnSpc>
              <a:spcBef>
                <a:spcPts val="0"/>
              </a:spcBef>
              <a:spcAft>
                <a:spcPts val="0"/>
              </a:spcAft>
              <a:buNone/>
              <a:defRPr sz="2625" b="0">
                <a:solidFill>
                  <a:schemeClr val="tx1"/>
                </a:solidFill>
                <a:latin typeface="+mn-lt"/>
                <a:ea typeface="+mn-lt"/>
                <a:cs typeface="+mn-lt"/>
              </a:defRPr>
            </a:lvl3pPr>
            <a:lvl4pPr marL="0" indent="0" algn="ctr">
              <a:lnSpc>
                <a:spcPct val="110000"/>
              </a:lnSpc>
              <a:spcBef>
                <a:spcPts val="0"/>
              </a:spcBef>
              <a:spcAft>
                <a:spcPts val="0"/>
              </a:spcAft>
              <a:buNone/>
              <a:defRPr sz="2625" b="0">
                <a:solidFill>
                  <a:schemeClr val="tx1"/>
                </a:solidFill>
                <a:latin typeface="+mn-lt"/>
                <a:ea typeface="+mn-lt"/>
                <a:cs typeface="+mn-lt"/>
              </a:defRPr>
            </a:lvl4pPr>
            <a:lvl5pPr marL="0" indent="0" algn="ctr">
              <a:lnSpc>
                <a:spcPct val="110000"/>
              </a:lnSpc>
              <a:spcBef>
                <a:spcPts val="0"/>
              </a:spcBef>
              <a:spcAft>
                <a:spcPts val="0"/>
              </a:spcAft>
              <a:buNone/>
              <a:defRPr sz="2625" b="0">
                <a:solidFill>
                  <a:schemeClr val="tx1"/>
                </a:solidFill>
                <a:latin typeface="+mn-lt"/>
                <a:ea typeface="+mn-lt"/>
                <a:cs typeface="+mn-lt"/>
              </a:defRPr>
            </a:lvl5pPr>
            <a:lvl6pPr marL="0" indent="0" algn="ctr">
              <a:lnSpc>
                <a:spcPct val="110000"/>
              </a:lnSpc>
              <a:spcBef>
                <a:spcPts val="0"/>
              </a:spcBef>
              <a:spcAft>
                <a:spcPts val="0"/>
              </a:spcAft>
              <a:buNone/>
              <a:defRPr sz="2625" b="0">
                <a:solidFill>
                  <a:schemeClr val="tx1"/>
                </a:solidFill>
                <a:latin typeface="+mn-lt"/>
                <a:ea typeface="+mn-lt"/>
                <a:cs typeface="+mn-lt"/>
              </a:defRPr>
            </a:lvl6pPr>
            <a:lvl7pPr marL="0" indent="0" algn="ctr">
              <a:lnSpc>
                <a:spcPct val="110000"/>
              </a:lnSpc>
              <a:spcBef>
                <a:spcPts val="0"/>
              </a:spcBef>
              <a:spcAft>
                <a:spcPts val="0"/>
              </a:spcAft>
              <a:buNone/>
              <a:defRPr sz="2625" b="0">
                <a:solidFill>
                  <a:schemeClr val="tx1"/>
                </a:solidFill>
                <a:latin typeface="+mn-lt"/>
                <a:ea typeface="+mn-lt"/>
                <a:cs typeface="+mn-lt"/>
              </a:defRPr>
            </a:lvl7pPr>
            <a:lvl8pPr marL="0" indent="0" algn="ctr">
              <a:lnSpc>
                <a:spcPct val="110000"/>
              </a:lnSpc>
              <a:spcBef>
                <a:spcPts val="0"/>
              </a:spcBef>
              <a:spcAft>
                <a:spcPts val="0"/>
              </a:spcAft>
              <a:buNone/>
              <a:defRPr sz="2625" b="0">
                <a:solidFill>
                  <a:schemeClr val="tx1"/>
                </a:solidFill>
                <a:latin typeface="+mn-lt"/>
                <a:ea typeface="+mn-lt"/>
                <a:cs typeface="+mn-lt"/>
              </a:defRPr>
            </a:lvl8pPr>
            <a:lvl9pPr marL="0" indent="0" algn="ctr">
              <a:lnSpc>
                <a:spcPct val="110000"/>
              </a:lnSpc>
              <a:spcBef>
                <a:spcPts val="0"/>
              </a:spcBef>
              <a:spcAft>
                <a:spcPts val="0"/>
              </a:spcAft>
              <a:buNone/>
              <a:defRPr sz="2625"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CA7D33FE-1493-403E-BC74-CC551EE7E53C}"/>
              </a:ext>
            </a:extLst>
          </p:cNvPr>
          <p:cNvSpPr>
            <a:spLocks xmlns:a="http://schemas.openxmlformats.org/drawingml/2006/main" noGrp="1"/>
          </p:cNvSpPr>
          <p:nvPr>
            <p:ph type="title" idx="0"/>
          </p:nvPr>
        </p:nvSpPr>
        <p:spPr>
          <a:xfrm xmlns:a="http://schemas.openxmlformats.org/drawingml/2006/main">
            <a:off x="1524000" y="3571875"/>
            <a:ext cx="12192000" cy="1428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5250" b="1">
                <a:solidFill>
                  <a:schemeClr val="tx1"/>
                </a:solidFill>
                <a:latin typeface="+mj-lt"/>
                <a:ea typeface="+mj-lt"/>
                <a:cs typeface="+mj-lt"/>
              </a:defRPr>
            </a:defPPr>
            <a:lvl1pPr marL="0" indent="0" algn="ctr">
              <a:lnSpc>
                <a:spcPct val="110000"/>
              </a:lnSpc>
              <a:spcBef>
                <a:spcPts val="0"/>
              </a:spcBef>
              <a:spcAft>
                <a:spcPts val="0"/>
              </a:spcAft>
              <a:buNone/>
              <a:defRPr sz="5250" b="1">
                <a:solidFill>
                  <a:schemeClr val="tx1"/>
                </a:solidFill>
                <a:latin typeface="+mj-lt"/>
                <a:ea typeface="+mj-lt"/>
                <a:cs typeface="+mj-lt"/>
              </a:defRPr>
            </a:lvl1pPr>
            <a:lvl2pPr marL="0" indent="0" algn="ctr">
              <a:lnSpc>
                <a:spcPct val="110000"/>
              </a:lnSpc>
              <a:spcBef>
                <a:spcPts val="0"/>
              </a:spcBef>
              <a:spcAft>
                <a:spcPts val="0"/>
              </a:spcAft>
              <a:buNone/>
              <a:defRPr sz="5250" b="1">
                <a:solidFill>
                  <a:schemeClr val="tx1"/>
                </a:solidFill>
                <a:latin typeface="+mj-lt"/>
                <a:ea typeface="+mj-lt"/>
                <a:cs typeface="+mj-lt"/>
              </a:defRPr>
            </a:lvl2pPr>
            <a:lvl3pPr marL="0" indent="0" algn="ctr">
              <a:lnSpc>
                <a:spcPct val="110000"/>
              </a:lnSpc>
              <a:spcBef>
                <a:spcPts val="0"/>
              </a:spcBef>
              <a:spcAft>
                <a:spcPts val="0"/>
              </a:spcAft>
              <a:buNone/>
              <a:defRPr sz="5250" b="1">
                <a:solidFill>
                  <a:schemeClr val="tx1"/>
                </a:solidFill>
                <a:latin typeface="+mj-lt"/>
                <a:ea typeface="+mj-lt"/>
                <a:cs typeface="+mj-lt"/>
              </a:defRPr>
            </a:lvl3pPr>
            <a:lvl4pPr marL="0" indent="0" algn="ctr">
              <a:lnSpc>
                <a:spcPct val="110000"/>
              </a:lnSpc>
              <a:spcBef>
                <a:spcPts val="0"/>
              </a:spcBef>
              <a:spcAft>
                <a:spcPts val="0"/>
              </a:spcAft>
              <a:buNone/>
              <a:defRPr sz="5250" b="1">
                <a:solidFill>
                  <a:schemeClr val="tx1"/>
                </a:solidFill>
                <a:latin typeface="+mj-lt"/>
                <a:ea typeface="+mj-lt"/>
                <a:cs typeface="+mj-lt"/>
              </a:defRPr>
            </a:lvl4pPr>
            <a:lvl5pPr marL="0" indent="0" algn="ctr">
              <a:lnSpc>
                <a:spcPct val="110000"/>
              </a:lnSpc>
              <a:spcBef>
                <a:spcPts val="0"/>
              </a:spcBef>
              <a:spcAft>
                <a:spcPts val="0"/>
              </a:spcAft>
              <a:buNone/>
              <a:defRPr sz="5250" b="1">
                <a:solidFill>
                  <a:schemeClr val="tx1"/>
                </a:solidFill>
                <a:latin typeface="+mj-lt"/>
                <a:ea typeface="+mj-lt"/>
                <a:cs typeface="+mj-lt"/>
              </a:defRPr>
            </a:lvl5pPr>
            <a:lvl6pPr marL="0" indent="0" algn="ctr">
              <a:lnSpc>
                <a:spcPct val="110000"/>
              </a:lnSpc>
              <a:spcBef>
                <a:spcPts val="0"/>
              </a:spcBef>
              <a:spcAft>
                <a:spcPts val="0"/>
              </a:spcAft>
              <a:buNone/>
              <a:defRPr sz="5250" b="1">
                <a:solidFill>
                  <a:schemeClr val="tx1"/>
                </a:solidFill>
                <a:latin typeface="+mj-lt"/>
                <a:ea typeface="+mj-lt"/>
                <a:cs typeface="+mj-lt"/>
              </a:defRPr>
            </a:lvl6pPr>
            <a:lvl7pPr marL="0" indent="0" algn="ctr">
              <a:lnSpc>
                <a:spcPct val="110000"/>
              </a:lnSpc>
              <a:spcBef>
                <a:spcPts val="0"/>
              </a:spcBef>
              <a:spcAft>
                <a:spcPts val="0"/>
              </a:spcAft>
              <a:buNone/>
              <a:defRPr sz="5250" b="1">
                <a:solidFill>
                  <a:schemeClr val="tx1"/>
                </a:solidFill>
                <a:latin typeface="+mj-lt"/>
                <a:ea typeface="+mj-lt"/>
                <a:cs typeface="+mj-lt"/>
              </a:defRPr>
            </a:lvl7pPr>
            <a:lvl8pPr marL="0" indent="0" algn="ctr">
              <a:lnSpc>
                <a:spcPct val="110000"/>
              </a:lnSpc>
              <a:spcBef>
                <a:spcPts val="0"/>
              </a:spcBef>
              <a:spcAft>
                <a:spcPts val="0"/>
              </a:spcAft>
              <a:buNone/>
              <a:defRPr sz="5250" b="1">
                <a:solidFill>
                  <a:schemeClr val="tx1"/>
                </a:solidFill>
                <a:latin typeface="+mj-lt"/>
                <a:ea typeface="+mj-lt"/>
                <a:cs typeface="+mj-lt"/>
              </a:defRPr>
            </a:lvl8pPr>
            <a:lvl9pPr marL="0" indent="0" algn="ctr">
              <a:lnSpc>
                <a:spcPct val="110000"/>
              </a:lnSpc>
              <a:spcBef>
                <a:spcPts val="0"/>
              </a:spcBef>
              <a:spcAft>
                <a:spcPts val="0"/>
              </a:spcAft>
              <a:buNone/>
              <a:defRPr sz="525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CA6271E-D700-4FE9-A55D-BCE61AFBFF0D}"/>
              </a:ext>
            </a:extLst>
          </p:cNvPr>
          <p:cNvSpPr>
            <a:spLocks xmlns:a="http://schemas.openxmlformats.org/drawingml/2006/main" noGrp="1"/>
          </p:cNvSpPr>
          <p:nvPr>
            <p:ph type="title" idx="0"/>
          </p:nvPr>
        </p:nvSpPr>
        <p:spPr>
          <a:xfrm xmlns:a="http://schemas.openxmlformats.org/drawingml/2006/main">
            <a:off x="857250" y="666750"/>
            <a:ext cx="13525500" cy="1047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125" b="1">
                <a:solidFill>
                  <a:schemeClr val="tx1"/>
                </a:solidFill>
                <a:latin typeface="+mj-lt"/>
                <a:ea typeface="+mj-lt"/>
                <a:cs typeface="+mj-lt"/>
              </a:defRPr>
            </a:defPPr>
            <a:lvl1pPr marL="0" indent="0" algn="l">
              <a:lnSpc>
                <a:spcPct val="110000"/>
              </a:lnSpc>
              <a:spcBef>
                <a:spcPts val="0"/>
              </a:spcBef>
              <a:spcAft>
                <a:spcPts val="0"/>
              </a:spcAft>
              <a:buNone/>
              <a:defRPr sz="4125" b="1">
                <a:solidFill>
                  <a:schemeClr val="tx1"/>
                </a:solidFill>
                <a:latin typeface="+mj-lt"/>
                <a:ea typeface="+mj-lt"/>
                <a:cs typeface="+mj-lt"/>
              </a:defRPr>
            </a:lvl1pPr>
            <a:lvl2pPr marL="0" indent="0" algn="l">
              <a:lnSpc>
                <a:spcPct val="110000"/>
              </a:lnSpc>
              <a:spcBef>
                <a:spcPts val="0"/>
              </a:spcBef>
              <a:spcAft>
                <a:spcPts val="0"/>
              </a:spcAft>
              <a:buNone/>
              <a:defRPr sz="4125" b="1">
                <a:solidFill>
                  <a:schemeClr val="tx1"/>
                </a:solidFill>
                <a:latin typeface="+mj-lt"/>
                <a:ea typeface="+mj-lt"/>
                <a:cs typeface="+mj-lt"/>
              </a:defRPr>
            </a:lvl2pPr>
            <a:lvl3pPr marL="0" indent="0" algn="l">
              <a:lnSpc>
                <a:spcPct val="110000"/>
              </a:lnSpc>
              <a:spcBef>
                <a:spcPts val="0"/>
              </a:spcBef>
              <a:spcAft>
                <a:spcPts val="0"/>
              </a:spcAft>
              <a:buNone/>
              <a:defRPr sz="4125" b="1">
                <a:solidFill>
                  <a:schemeClr val="tx1"/>
                </a:solidFill>
                <a:latin typeface="+mj-lt"/>
                <a:ea typeface="+mj-lt"/>
                <a:cs typeface="+mj-lt"/>
              </a:defRPr>
            </a:lvl3pPr>
            <a:lvl4pPr marL="0" indent="0" algn="l">
              <a:lnSpc>
                <a:spcPct val="110000"/>
              </a:lnSpc>
              <a:spcBef>
                <a:spcPts val="0"/>
              </a:spcBef>
              <a:spcAft>
                <a:spcPts val="0"/>
              </a:spcAft>
              <a:buNone/>
              <a:defRPr sz="4125" b="1">
                <a:solidFill>
                  <a:schemeClr val="tx1"/>
                </a:solidFill>
                <a:latin typeface="+mj-lt"/>
                <a:ea typeface="+mj-lt"/>
                <a:cs typeface="+mj-lt"/>
              </a:defRPr>
            </a:lvl4pPr>
            <a:lvl5pPr marL="0" indent="0" algn="l">
              <a:lnSpc>
                <a:spcPct val="110000"/>
              </a:lnSpc>
              <a:spcBef>
                <a:spcPts val="0"/>
              </a:spcBef>
              <a:spcAft>
                <a:spcPts val="0"/>
              </a:spcAft>
              <a:buNone/>
              <a:defRPr sz="4125" b="1">
                <a:solidFill>
                  <a:schemeClr val="tx1"/>
                </a:solidFill>
                <a:latin typeface="+mj-lt"/>
                <a:ea typeface="+mj-lt"/>
                <a:cs typeface="+mj-lt"/>
              </a:defRPr>
            </a:lvl5pPr>
            <a:lvl6pPr marL="0" indent="0" algn="l">
              <a:lnSpc>
                <a:spcPct val="110000"/>
              </a:lnSpc>
              <a:spcBef>
                <a:spcPts val="0"/>
              </a:spcBef>
              <a:spcAft>
                <a:spcPts val="0"/>
              </a:spcAft>
              <a:buNone/>
              <a:defRPr sz="4125" b="1">
                <a:solidFill>
                  <a:schemeClr val="tx1"/>
                </a:solidFill>
                <a:latin typeface="+mj-lt"/>
                <a:ea typeface="+mj-lt"/>
                <a:cs typeface="+mj-lt"/>
              </a:defRPr>
            </a:lvl6pPr>
            <a:lvl7pPr marL="0" indent="0" algn="l">
              <a:lnSpc>
                <a:spcPct val="110000"/>
              </a:lnSpc>
              <a:spcBef>
                <a:spcPts val="0"/>
              </a:spcBef>
              <a:spcAft>
                <a:spcPts val="0"/>
              </a:spcAft>
              <a:buNone/>
              <a:defRPr sz="4125" b="1">
                <a:solidFill>
                  <a:schemeClr val="tx1"/>
                </a:solidFill>
                <a:latin typeface="+mj-lt"/>
                <a:ea typeface="+mj-lt"/>
                <a:cs typeface="+mj-lt"/>
              </a:defRPr>
            </a:lvl7pPr>
            <a:lvl8pPr marL="0" indent="0" algn="l">
              <a:lnSpc>
                <a:spcPct val="110000"/>
              </a:lnSpc>
              <a:spcBef>
                <a:spcPts val="0"/>
              </a:spcBef>
              <a:spcAft>
                <a:spcPts val="0"/>
              </a:spcAft>
              <a:buNone/>
              <a:defRPr sz="4125" b="1">
                <a:solidFill>
                  <a:schemeClr val="tx1"/>
                </a:solidFill>
                <a:latin typeface="+mj-lt"/>
                <a:ea typeface="+mj-lt"/>
                <a:cs typeface="+mj-lt"/>
              </a:defRPr>
            </a:lvl8pPr>
            <a:lvl9pPr marL="0" indent="0" algn="l">
              <a:lnSpc>
                <a:spcPct val="110000"/>
              </a:lnSpc>
              <a:spcBef>
                <a:spcPts val="0"/>
              </a:spcBef>
              <a:spcAft>
                <a:spcPts val="0"/>
              </a:spcAft>
              <a:buNone/>
              <a:defRPr sz="4125"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5E5A30B3-1802-411B-A6D2-E9AC643CD979}"/>
              </a:ext>
            </a:extLst>
          </p:cNvPr>
          <p:cNvSpPr>
            <a:spLocks xmlns:a="http://schemas.openxmlformats.org/drawingml/2006/main" noGrp="1"/>
          </p:cNvSpPr>
          <p:nvPr>
            <p:ph type="body" idx="1"/>
          </p:nvPr>
        </p:nvSpPr>
        <p:spPr>
          <a:xfrm xmlns:a="http://schemas.openxmlformats.org/drawingml/2006/main">
            <a:off x="857250" y="2381250"/>
            <a:ext cx="13525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813" b="0">
                <a:solidFill>
                  <a:schemeClr val="tx1"/>
                </a:solidFill>
                <a:latin typeface="+mn-lt"/>
                <a:ea typeface="+mn-lt"/>
                <a:cs typeface="+mn-lt"/>
              </a:defRPr>
            </a:defPPr>
            <a:lvl1pPr marL="285750" indent="-285750" algn="l">
              <a:lnSpc>
                <a:spcPct val="110000"/>
              </a:lnSpc>
              <a:spcBef>
                <a:spcPts val="0"/>
              </a:spcBef>
              <a:spcAft>
                <a:spcPts val="1500"/>
              </a:spcAft>
              <a:buChar char="•"/>
              <a:defRPr sz="2813" b="0">
                <a:solidFill>
                  <a:schemeClr val="tx1"/>
                </a:solidFill>
                <a:latin typeface="+mn-lt"/>
                <a:ea typeface="+mn-lt"/>
                <a:cs typeface="+mn-lt"/>
              </a:defRPr>
            </a:lvl1pPr>
            <a:lvl2pPr marL="666750" indent="-285750" algn="l">
              <a:lnSpc>
                <a:spcPct val="110000"/>
              </a:lnSpc>
              <a:spcBef>
                <a:spcPts val="0"/>
              </a:spcBef>
              <a:spcAft>
                <a:spcPts val="1500"/>
              </a:spcAft>
              <a:buChar char="•"/>
              <a:defRPr sz="2813" b="0">
                <a:solidFill>
                  <a:schemeClr val="tx1"/>
                </a:solidFill>
                <a:latin typeface="+mn-lt"/>
                <a:ea typeface="+mn-lt"/>
                <a:cs typeface="+mn-lt"/>
              </a:defRPr>
            </a:lvl2pPr>
            <a:lvl3pPr marL="1047750" indent="-285750" algn="l">
              <a:lnSpc>
                <a:spcPct val="110000"/>
              </a:lnSpc>
              <a:spcBef>
                <a:spcPts val="0"/>
              </a:spcBef>
              <a:spcAft>
                <a:spcPts val="1500"/>
              </a:spcAft>
              <a:buChar char="•"/>
              <a:defRPr sz="2813" b="0">
                <a:solidFill>
                  <a:schemeClr val="tx1"/>
                </a:solidFill>
                <a:latin typeface="+mn-lt"/>
                <a:ea typeface="+mn-lt"/>
                <a:cs typeface="+mn-lt"/>
              </a:defRPr>
            </a:lvl3pPr>
            <a:lvl4pPr marL="1428750" indent="-285750" algn="l">
              <a:lnSpc>
                <a:spcPct val="110000"/>
              </a:lnSpc>
              <a:spcBef>
                <a:spcPts val="0"/>
              </a:spcBef>
              <a:spcAft>
                <a:spcPts val="1500"/>
              </a:spcAft>
              <a:buChar char="•"/>
              <a:defRPr sz="2813" b="0">
                <a:solidFill>
                  <a:schemeClr val="tx1"/>
                </a:solidFill>
                <a:latin typeface="+mn-lt"/>
                <a:ea typeface="+mn-lt"/>
                <a:cs typeface="+mn-lt"/>
              </a:defRPr>
            </a:lvl4pPr>
            <a:lvl5pPr marL="1809750" indent="-285750" algn="l">
              <a:lnSpc>
                <a:spcPct val="110000"/>
              </a:lnSpc>
              <a:spcBef>
                <a:spcPts val="0"/>
              </a:spcBef>
              <a:spcAft>
                <a:spcPts val="1500"/>
              </a:spcAft>
              <a:buChar char="•"/>
              <a:defRPr sz="2813" b="0">
                <a:solidFill>
                  <a:schemeClr val="tx1"/>
                </a:solidFill>
                <a:latin typeface="+mn-lt"/>
                <a:ea typeface="+mn-lt"/>
                <a:cs typeface="+mn-lt"/>
              </a:defRPr>
            </a:lvl5pPr>
            <a:lvl6pPr marL="2190750" indent="-285750" algn="l">
              <a:lnSpc>
                <a:spcPct val="110000"/>
              </a:lnSpc>
              <a:spcBef>
                <a:spcPts val="0"/>
              </a:spcBef>
              <a:spcAft>
                <a:spcPts val="1500"/>
              </a:spcAft>
              <a:buChar char="•"/>
              <a:defRPr sz="2813" b="0">
                <a:solidFill>
                  <a:schemeClr val="tx1"/>
                </a:solidFill>
                <a:latin typeface="+mn-lt"/>
                <a:ea typeface="+mn-lt"/>
                <a:cs typeface="+mn-lt"/>
              </a:defRPr>
            </a:lvl6pPr>
            <a:lvl7pPr marL="2571750" indent="-285750" algn="l">
              <a:lnSpc>
                <a:spcPct val="110000"/>
              </a:lnSpc>
              <a:spcBef>
                <a:spcPts val="0"/>
              </a:spcBef>
              <a:spcAft>
                <a:spcPts val="1500"/>
              </a:spcAft>
              <a:buChar char="•"/>
              <a:defRPr sz="2813" b="0">
                <a:solidFill>
                  <a:schemeClr val="tx1"/>
                </a:solidFill>
                <a:latin typeface="+mn-lt"/>
                <a:ea typeface="+mn-lt"/>
                <a:cs typeface="+mn-lt"/>
              </a:defRPr>
            </a:lvl7pPr>
            <a:lvl8pPr marL="2952750" indent="-285750" algn="l">
              <a:lnSpc>
                <a:spcPct val="110000"/>
              </a:lnSpc>
              <a:spcBef>
                <a:spcPts val="0"/>
              </a:spcBef>
              <a:spcAft>
                <a:spcPts val="1500"/>
              </a:spcAft>
              <a:buChar char="•"/>
              <a:defRPr sz="2813" b="0">
                <a:solidFill>
                  <a:schemeClr val="tx1"/>
                </a:solidFill>
                <a:latin typeface="+mn-lt"/>
                <a:ea typeface="+mn-lt"/>
                <a:cs typeface="+mn-lt"/>
              </a:defRPr>
            </a:lvl8pPr>
            <a:lvl9pPr marL="3333750" indent="-285750" algn="l">
              <a:lnSpc>
                <a:spcPct val="110000"/>
              </a:lnSpc>
              <a:spcBef>
                <a:spcPts val="0"/>
              </a:spcBef>
              <a:spcAft>
                <a:spcPts val="1500"/>
              </a:spcAft>
              <a:buChar char="•"/>
              <a:defRPr sz="2813"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C8F1091E-3464-4F96-8E91-D98C30945003}"/>
              </a:ext>
            </a:extLst>
          </p:cNvPr>
          <p:cNvSpPr>
            <a:spLocks xmlns:a="http://schemas.openxmlformats.org/drawingml/2006/main" noGrp="1"/>
          </p:cNvSpPr>
          <p:nvPr>
            <p:ph type="title" idx="0"/>
          </p:nvPr>
        </p:nvSpPr>
        <p:spPr>
          <a:xfrm xmlns:a="http://schemas.openxmlformats.org/drawingml/2006/main">
            <a:off x="857250" y="666750"/>
            <a:ext cx="13525500" cy="1047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125" b="1">
                <a:solidFill>
                  <a:schemeClr val="tx1"/>
                </a:solidFill>
                <a:latin typeface="+mj-lt"/>
                <a:ea typeface="+mj-lt"/>
                <a:cs typeface="+mj-lt"/>
              </a:defRPr>
            </a:defPPr>
            <a:lvl1pPr marL="0" indent="0" algn="l">
              <a:lnSpc>
                <a:spcPct val="110000"/>
              </a:lnSpc>
              <a:spcBef>
                <a:spcPts val="0"/>
              </a:spcBef>
              <a:spcAft>
                <a:spcPts val="0"/>
              </a:spcAft>
              <a:buNone/>
              <a:defRPr sz="4125" b="1">
                <a:solidFill>
                  <a:schemeClr val="tx1"/>
                </a:solidFill>
                <a:latin typeface="+mj-lt"/>
                <a:ea typeface="+mj-lt"/>
                <a:cs typeface="+mj-lt"/>
              </a:defRPr>
            </a:lvl1pPr>
            <a:lvl2pPr marL="0" indent="0" algn="l">
              <a:lnSpc>
                <a:spcPct val="110000"/>
              </a:lnSpc>
              <a:spcBef>
                <a:spcPts val="0"/>
              </a:spcBef>
              <a:spcAft>
                <a:spcPts val="0"/>
              </a:spcAft>
              <a:buNone/>
              <a:defRPr sz="4125" b="1">
                <a:solidFill>
                  <a:schemeClr val="tx1"/>
                </a:solidFill>
                <a:latin typeface="+mj-lt"/>
                <a:ea typeface="+mj-lt"/>
                <a:cs typeface="+mj-lt"/>
              </a:defRPr>
            </a:lvl2pPr>
            <a:lvl3pPr marL="0" indent="0" algn="l">
              <a:lnSpc>
                <a:spcPct val="110000"/>
              </a:lnSpc>
              <a:spcBef>
                <a:spcPts val="0"/>
              </a:spcBef>
              <a:spcAft>
                <a:spcPts val="0"/>
              </a:spcAft>
              <a:buNone/>
              <a:defRPr sz="4125" b="1">
                <a:solidFill>
                  <a:schemeClr val="tx1"/>
                </a:solidFill>
                <a:latin typeface="+mj-lt"/>
                <a:ea typeface="+mj-lt"/>
                <a:cs typeface="+mj-lt"/>
              </a:defRPr>
            </a:lvl3pPr>
            <a:lvl4pPr marL="0" indent="0" algn="l">
              <a:lnSpc>
                <a:spcPct val="110000"/>
              </a:lnSpc>
              <a:spcBef>
                <a:spcPts val="0"/>
              </a:spcBef>
              <a:spcAft>
                <a:spcPts val="0"/>
              </a:spcAft>
              <a:buNone/>
              <a:defRPr sz="4125" b="1">
                <a:solidFill>
                  <a:schemeClr val="tx1"/>
                </a:solidFill>
                <a:latin typeface="+mj-lt"/>
                <a:ea typeface="+mj-lt"/>
                <a:cs typeface="+mj-lt"/>
              </a:defRPr>
            </a:lvl4pPr>
            <a:lvl5pPr marL="0" indent="0" algn="l">
              <a:lnSpc>
                <a:spcPct val="110000"/>
              </a:lnSpc>
              <a:spcBef>
                <a:spcPts val="0"/>
              </a:spcBef>
              <a:spcAft>
                <a:spcPts val="0"/>
              </a:spcAft>
              <a:buNone/>
              <a:defRPr sz="4125" b="1">
                <a:solidFill>
                  <a:schemeClr val="tx1"/>
                </a:solidFill>
                <a:latin typeface="+mj-lt"/>
                <a:ea typeface="+mj-lt"/>
                <a:cs typeface="+mj-lt"/>
              </a:defRPr>
            </a:lvl5pPr>
            <a:lvl6pPr marL="0" indent="0" algn="l">
              <a:lnSpc>
                <a:spcPct val="110000"/>
              </a:lnSpc>
              <a:spcBef>
                <a:spcPts val="0"/>
              </a:spcBef>
              <a:spcAft>
                <a:spcPts val="0"/>
              </a:spcAft>
              <a:buNone/>
              <a:defRPr sz="4125" b="1">
                <a:solidFill>
                  <a:schemeClr val="tx1"/>
                </a:solidFill>
                <a:latin typeface="+mj-lt"/>
                <a:ea typeface="+mj-lt"/>
                <a:cs typeface="+mj-lt"/>
              </a:defRPr>
            </a:lvl6pPr>
            <a:lvl7pPr marL="0" indent="0" algn="l">
              <a:lnSpc>
                <a:spcPct val="110000"/>
              </a:lnSpc>
              <a:spcBef>
                <a:spcPts val="0"/>
              </a:spcBef>
              <a:spcAft>
                <a:spcPts val="0"/>
              </a:spcAft>
              <a:buNone/>
              <a:defRPr sz="4125" b="1">
                <a:solidFill>
                  <a:schemeClr val="tx1"/>
                </a:solidFill>
                <a:latin typeface="+mj-lt"/>
                <a:ea typeface="+mj-lt"/>
                <a:cs typeface="+mj-lt"/>
              </a:defRPr>
            </a:lvl7pPr>
            <a:lvl8pPr marL="0" indent="0" algn="l">
              <a:lnSpc>
                <a:spcPct val="110000"/>
              </a:lnSpc>
              <a:spcBef>
                <a:spcPts val="0"/>
              </a:spcBef>
              <a:spcAft>
                <a:spcPts val="0"/>
              </a:spcAft>
              <a:buNone/>
              <a:defRPr sz="4125" b="1">
                <a:solidFill>
                  <a:schemeClr val="tx1"/>
                </a:solidFill>
                <a:latin typeface="+mj-lt"/>
                <a:ea typeface="+mj-lt"/>
                <a:cs typeface="+mj-lt"/>
              </a:defRPr>
            </a:lvl8pPr>
            <a:lvl9pPr marL="0" indent="0" algn="l">
              <a:lnSpc>
                <a:spcPct val="110000"/>
              </a:lnSpc>
              <a:spcBef>
                <a:spcPts val="0"/>
              </a:spcBef>
              <a:spcAft>
                <a:spcPts val="0"/>
              </a:spcAft>
              <a:buNone/>
              <a:defRPr sz="4125"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E93F58EF-0DAD-4497-94D4-56177BCB7CA6}"/>
              </a:ext>
            </a:extLst>
          </p:cNvPr>
          <p:cNvSpPr>
            <a:spLocks xmlns:a="http://schemas.openxmlformats.org/drawingml/2006/main" noGrp="1"/>
          </p:cNvSpPr>
          <p:nvPr>
            <p:ph type="body" idx="1"/>
          </p:nvPr>
        </p:nvSpPr>
        <p:spPr>
          <a:xfrm xmlns:a="http://schemas.openxmlformats.org/drawingml/2006/main">
            <a:off x="857250" y="2381250"/>
            <a:ext cx="6286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625" b="0">
                <a:solidFill>
                  <a:schemeClr val="tx1"/>
                </a:solidFill>
                <a:latin typeface="+mn-lt"/>
                <a:ea typeface="+mn-lt"/>
                <a:cs typeface="+mn-lt"/>
              </a:defRPr>
            </a:defPPr>
            <a:lvl1pPr marL="285750" indent="-285750" algn="l">
              <a:lnSpc>
                <a:spcPct val="110000"/>
              </a:lnSpc>
              <a:spcBef>
                <a:spcPts val="0"/>
              </a:spcBef>
              <a:spcAft>
                <a:spcPts val="1500"/>
              </a:spcAft>
              <a:buChar char="•"/>
              <a:defRPr sz="2625" b="0">
                <a:solidFill>
                  <a:schemeClr val="tx1"/>
                </a:solidFill>
                <a:latin typeface="+mn-lt"/>
                <a:ea typeface="+mn-lt"/>
                <a:cs typeface="+mn-lt"/>
              </a:defRPr>
            </a:lvl1pPr>
            <a:lvl2pPr marL="666750" indent="-285750" algn="l">
              <a:lnSpc>
                <a:spcPct val="110000"/>
              </a:lnSpc>
              <a:spcBef>
                <a:spcPts val="0"/>
              </a:spcBef>
              <a:spcAft>
                <a:spcPts val="1500"/>
              </a:spcAft>
              <a:buChar char="•"/>
              <a:defRPr sz="2625" b="0">
                <a:solidFill>
                  <a:schemeClr val="tx1"/>
                </a:solidFill>
                <a:latin typeface="+mn-lt"/>
                <a:ea typeface="+mn-lt"/>
                <a:cs typeface="+mn-lt"/>
              </a:defRPr>
            </a:lvl2pPr>
            <a:lvl3pPr marL="1047750" indent="-285750" algn="l">
              <a:lnSpc>
                <a:spcPct val="110000"/>
              </a:lnSpc>
              <a:spcBef>
                <a:spcPts val="0"/>
              </a:spcBef>
              <a:spcAft>
                <a:spcPts val="1500"/>
              </a:spcAft>
              <a:buChar char="•"/>
              <a:defRPr sz="2625" b="0">
                <a:solidFill>
                  <a:schemeClr val="tx1"/>
                </a:solidFill>
                <a:latin typeface="+mn-lt"/>
                <a:ea typeface="+mn-lt"/>
                <a:cs typeface="+mn-lt"/>
              </a:defRPr>
            </a:lvl3pPr>
            <a:lvl4pPr marL="1428750" indent="-285750" algn="l">
              <a:lnSpc>
                <a:spcPct val="110000"/>
              </a:lnSpc>
              <a:spcBef>
                <a:spcPts val="0"/>
              </a:spcBef>
              <a:spcAft>
                <a:spcPts val="1500"/>
              </a:spcAft>
              <a:buChar char="•"/>
              <a:defRPr sz="2625" b="0">
                <a:solidFill>
                  <a:schemeClr val="tx1"/>
                </a:solidFill>
                <a:latin typeface="+mn-lt"/>
                <a:ea typeface="+mn-lt"/>
                <a:cs typeface="+mn-lt"/>
              </a:defRPr>
            </a:lvl4pPr>
            <a:lvl5pPr marL="1809750" indent="-285750" algn="l">
              <a:lnSpc>
                <a:spcPct val="110000"/>
              </a:lnSpc>
              <a:spcBef>
                <a:spcPts val="0"/>
              </a:spcBef>
              <a:spcAft>
                <a:spcPts val="1500"/>
              </a:spcAft>
              <a:buChar char="•"/>
              <a:defRPr sz="2625" b="0">
                <a:solidFill>
                  <a:schemeClr val="tx1"/>
                </a:solidFill>
                <a:latin typeface="+mn-lt"/>
                <a:ea typeface="+mn-lt"/>
                <a:cs typeface="+mn-lt"/>
              </a:defRPr>
            </a:lvl5pPr>
            <a:lvl6pPr marL="2190750" indent="-285750" algn="l">
              <a:lnSpc>
                <a:spcPct val="110000"/>
              </a:lnSpc>
              <a:spcBef>
                <a:spcPts val="0"/>
              </a:spcBef>
              <a:spcAft>
                <a:spcPts val="1500"/>
              </a:spcAft>
              <a:buChar char="•"/>
              <a:defRPr sz="2625" b="0">
                <a:solidFill>
                  <a:schemeClr val="tx1"/>
                </a:solidFill>
                <a:latin typeface="+mn-lt"/>
                <a:ea typeface="+mn-lt"/>
                <a:cs typeface="+mn-lt"/>
              </a:defRPr>
            </a:lvl6pPr>
            <a:lvl7pPr marL="2571750" indent="-285750" algn="l">
              <a:lnSpc>
                <a:spcPct val="110000"/>
              </a:lnSpc>
              <a:spcBef>
                <a:spcPts val="0"/>
              </a:spcBef>
              <a:spcAft>
                <a:spcPts val="1500"/>
              </a:spcAft>
              <a:buChar char="•"/>
              <a:defRPr sz="2625" b="0">
                <a:solidFill>
                  <a:schemeClr val="tx1"/>
                </a:solidFill>
                <a:latin typeface="+mn-lt"/>
                <a:ea typeface="+mn-lt"/>
                <a:cs typeface="+mn-lt"/>
              </a:defRPr>
            </a:lvl7pPr>
            <a:lvl8pPr marL="2952750" indent="-285750" algn="l">
              <a:lnSpc>
                <a:spcPct val="110000"/>
              </a:lnSpc>
              <a:spcBef>
                <a:spcPts val="0"/>
              </a:spcBef>
              <a:spcAft>
                <a:spcPts val="1500"/>
              </a:spcAft>
              <a:buChar char="•"/>
              <a:defRPr sz="2625" b="0">
                <a:solidFill>
                  <a:schemeClr val="tx1"/>
                </a:solidFill>
                <a:latin typeface="+mn-lt"/>
                <a:ea typeface="+mn-lt"/>
                <a:cs typeface="+mn-lt"/>
              </a:defRPr>
            </a:lvl8pPr>
            <a:lvl9pPr marL="3333750" indent="-285750" algn="l">
              <a:lnSpc>
                <a:spcPct val="110000"/>
              </a:lnSpc>
              <a:spcBef>
                <a:spcPts val="0"/>
              </a:spcBef>
              <a:spcAft>
                <a:spcPts val="1500"/>
              </a:spcAft>
              <a:buChar char="•"/>
              <a:defRPr sz="2625"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E7179F3B-DF13-4949-ADA6-E1E2A51A9174}"/>
              </a:ext>
            </a:extLst>
          </p:cNvPr>
          <p:cNvSpPr>
            <a:spLocks xmlns:a="http://schemas.openxmlformats.org/drawingml/2006/main" noGrp="1"/>
          </p:cNvSpPr>
          <p:nvPr>
            <p:ph type="body" idx="2"/>
          </p:nvPr>
        </p:nvSpPr>
        <p:spPr>
          <a:xfrm xmlns:a="http://schemas.openxmlformats.org/drawingml/2006/main">
            <a:off x="8096250" y="2381250"/>
            <a:ext cx="6286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625" b="0">
                <a:solidFill>
                  <a:schemeClr val="tx1"/>
                </a:solidFill>
                <a:latin typeface="+mn-lt"/>
                <a:ea typeface="+mn-lt"/>
                <a:cs typeface="+mn-lt"/>
              </a:defRPr>
            </a:defPPr>
            <a:lvl1pPr marL="285750" indent="-285750" algn="l">
              <a:lnSpc>
                <a:spcPct val="110000"/>
              </a:lnSpc>
              <a:spcBef>
                <a:spcPts val="0"/>
              </a:spcBef>
              <a:spcAft>
                <a:spcPts val="1500"/>
              </a:spcAft>
              <a:buChar char="•"/>
              <a:defRPr sz="2625" b="0">
                <a:solidFill>
                  <a:schemeClr val="tx1"/>
                </a:solidFill>
                <a:latin typeface="+mn-lt"/>
                <a:ea typeface="+mn-lt"/>
                <a:cs typeface="+mn-lt"/>
              </a:defRPr>
            </a:lvl1pPr>
            <a:lvl2pPr marL="666750" indent="-285750" algn="l">
              <a:lnSpc>
                <a:spcPct val="110000"/>
              </a:lnSpc>
              <a:spcBef>
                <a:spcPts val="0"/>
              </a:spcBef>
              <a:spcAft>
                <a:spcPts val="1500"/>
              </a:spcAft>
              <a:buChar char="•"/>
              <a:defRPr sz="2625" b="0">
                <a:solidFill>
                  <a:schemeClr val="tx1"/>
                </a:solidFill>
                <a:latin typeface="+mn-lt"/>
                <a:ea typeface="+mn-lt"/>
                <a:cs typeface="+mn-lt"/>
              </a:defRPr>
            </a:lvl2pPr>
            <a:lvl3pPr marL="1047750" indent="-285750" algn="l">
              <a:lnSpc>
                <a:spcPct val="110000"/>
              </a:lnSpc>
              <a:spcBef>
                <a:spcPts val="0"/>
              </a:spcBef>
              <a:spcAft>
                <a:spcPts val="1500"/>
              </a:spcAft>
              <a:buChar char="•"/>
              <a:defRPr sz="2625" b="0">
                <a:solidFill>
                  <a:schemeClr val="tx1"/>
                </a:solidFill>
                <a:latin typeface="+mn-lt"/>
                <a:ea typeface="+mn-lt"/>
                <a:cs typeface="+mn-lt"/>
              </a:defRPr>
            </a:lvl3pPr>
            <a:lvl4pPr marL="1428750" indent="-285750" algn="l">
              <a:lnSpc>
                <a:spcPct val="110000"/>
              </a:lnSpc>
              <a:spcBef>
                <a:spcPts val="0"/>
              </a:spcBef>
              <a:spcAft>
                <a:spcPts val="1500"/>
              </a:spcAft>
              <a:buChar char="•"/>
              <a:defRPr sz="2625" b="0">
                <a:solidFill>
                  <a:schemeClr val="tx1"/>
                </a:solidFill>
                <a:latin typeface="+mn-lt"/>
                <a:ea typeface="+mn-lt"/>
                <a:cs typeface="+mn-lt"/>
              </a:defRPr>
            </a:lvl4pPr>
            <a:lvl5pPr marL="1809750" indent="-285750" algn="l">
              <a:lnSpc>
                <a:spcPct val="110000"/>
              </a:lnSpc>
              <a:spcBef>
                <a:spcPts val="0"/>
              </a:spcBef>
              <a:spcAft>
                <a:spcPts val="1500"/>
              </a:spcAft>
              <a:buChar char="•"/>
              <a:defRPr sz="2625" b="0">
                <a:solidFill>
                  <a:schemeClr val="tx1"/>
                </a:solidFill>
                <a:latin typeface="+mn-lt"/>
                <a:ea typeface="+mn-lt"/>
                <a:cs typeface="+mn-lt"/>
              </a:defRPr>
            </a:lvl5pPr>
            <a:lvl6pPr marL="2190750" indent="-285750" algn="l">
              <a:lnSpc>
                <a:spcPct val="110000"/>
              </a:lnSpc>
              <a:spcBef>
                <a:spcPts val="0"/>
              </a:spcBef>
              <a:spcAft>
                <a:spcPts val="1500"/>
              </a:spcAft>
              <a:buChar char="•"/>
              <a:defRPr sz="2625" b="0">
                <a:solidFill>
                  <a:schemeClr val="tx1"/>
                </a:solidFill>
                <a:latin typeface="+mn-lt"/>
                <a:ea typeface="+mn-lt"/>
                <a:cs typeface="+mn-lt"/>
              </a:defRPr>
            </a:lvl6pPr>
            <a:lvl7pPr marL="2571750" indent="-285750" algn="l">
              <a:lnSpc>
                <a:spcPct val="110000"/>
              </a:lnSpc>
              <a:spcBef>
                <a:spcPts val="0"/>
              </a:spcBef>
              <a:spcAft>
                <a:spcPts val="1500"/>
              </a:spcAft>
              <a:buChar char="•"/>
              <a:defRPr sz="2625" b="0">
                <a:solidFill>
                  <a:schemeClr val="tx1"/>
                </a:solidFill>
                <a:latin typeface="+mn-lt"/>
                <a:ea typeface="+mn-lt"/>
                <a:cs typeface="+mn-lt"/>
              </a:defRPr>
            </a:lvl7pPr>
            <a:lvl8pPr marL="2952750" indent="-285750" algn="l">
              <a:lnSpc>
                <a:spcPct val="110000"/>
              </a:lnSpc>
              <a:spcBef>
                <a:spcPts val="0"/>
              </a:spcBef>
              <a:spcAft>
                <a:spcPts val="1500"/>
              </a:spcAft>
              <a:buChar char="•"/>
              <a:defRPr sz="2625" b="0">
                <a:solidFill>
                  <a:schemeClr val="tx1"/>
                </a:solidFill>
                <a:latin typeface="+mn-lt"/>
                <a:ea typeface="+mn-lt"/>
                <a:cs typeface="+mn-lt"/>
              </a:defRPr>
            </a:lvl8pPr>
            <a:lvl9pPr marL="3333750" indent="-285750" algn="l">
              <a:lnSpc>
                <a:spcPct val="110000"/>
              </a:lnSpc>
              <a:spcBef>
                <a:spcPts val="0"/>
              </a:spcBef>
              <a:spcAft>
                <a:spcPts val="1500"/>
              </a:spcAft>
              <a:buChar char="•"/>
              <a:defRPr sz="2625"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CF2349C-9C2E-4556-A6FB-3AE453A22F9F}"/>
              </a:ext>
            </a:extLst>
          </p:cNvPr>
          <p:cNvSpPr>
            <a:spLocks xmlns:a="http://schemas.openxmlformats.org/drawingml/2006/main" noGrp="1"/>
          </p:cNvSpPr>
          <p:nvPr>
            <p:ph type="title" idx="0"/>
          </p:nvPr>
        </p:nvSpPr>
        <p:spPr>
          <a:xfrm xmlns:a="http://schemas.openxmlformats.org/drawingml/2006/main">
            <a:off x="857250" y="666750"/>
            <a:ext cx="13525500" cy="1047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125" b="1">
                <a:solidFill>
                  <a:schemeClr val="tx1"/>
                </a:solidFill>
                <a:latin typeface="+mj-lt"/>
                <a:ea typeface="+mj-lt"/>
                <a:cs typeface="+mj-lt"/>
              </a:defRPr>
            </a:defPPr>
            <a:lvl1pPr marL="0" indent="0" algn="l">
              <a:lnSpc>
                <a:spcPct val="110000"/>
              </a:lnSpc>
              <a:spcBef>
                <a:spcPts val="0"/>
              </a:spcBef>
              <a:spcAft>
                <a:spcPts val="0"/>
              </a:spcAft>
              <a:buNone/>
              <a:defRPr sz="4125" b="1">
                <a:solidFill>
                  <a:schemeClr val="tx1"/>
                </a:solidFill>
                <a:latin typeface="+mj-lt"/>
                <a:ea typeface="+mj-lt"/>
                <a:cs typeface="+mj-lt"/>
              </a:defRPr>
            </a:lvl1pPr>
            <a:lvl2pPr marL="0" indent="0" algn="l">
              <a:lnSpc>
                <a:spcPct val="110000"/>
              </a:lnSpc>
              <a:spcBef>
                <a:spcPts val="0"/>
              </a:spcBef>
              <a:spcAft>
                <a:spcPts val="0"/>
              </a:spcAft>
              <a:buNone/>
              <a:defRPr sz="4125" b="1">
                <a:solidFill>
                  <a:schemeClr val="tx1"/>
                </a:solidFill>
                <a:latin typeface="+mj-lt"/>
                <a:ea typeface="+mj-lt"/>
                <a:cs typeface="+mj-lt"/>
              </a:defRPr>
            </a:lvl2pPr>
            <a:lvl3pPr marL="0" indent="0" algn="l">
              <a:lnSpc>
                <a:spcPct val="110000"/>
              </a:lnSpc>
              <a:spcBef>
                <a:spcPts val="0"/>
              </a:spcBef>
              <a:spcAft>
                <a:spcPts val="0"/>
              </a:spcAft>
              <a:buNone/>
              <a:defRPr sz="4125" b="1">
                <a:solidFill>
                  <a:schemeClr val="tx1"/>
                </a:solidFill>
                <a:latin typeface="+mj-lt"/>
                <a:ea typeface="+mj-lt"/>
                <a:cs typeface="+mj-lt"/>
              </a:defRPr>
            </a:lvl3pPr>
            <a:lvl4pPr marL="0" indent="0" algn="l">
              <a:lnSpc>
                <a:spcPct val="110000"/>
              </a:lnSpc>
              <a:spcBef>
                <a:spcPts val="0"/>
              </a:spcBef>
              <a:spcAft>
                <a:spcPts val="0"/>
              </a:spcAft>
              <a:buNone/>
              <a:defRPr sz="4125" b="1">
                <a:solidFill>
                  <a:schemeClr val="tx1"/>
                </a:solidFill>
                <a:latin typeface="+mj-lt"/>
                <a:ea typeface="+mj-lt"/>
                <a:cs typeface="+mj-lt"/>
              </a:defRPr>
            </a:lvl4pPr>
            <a:lvl5pPr marL="0" indent="0" algn="l">
              <a:lnSpc>
                <a:spcPct val="110000"/>
              </a:lnSpc>
              <a:spcBef>
                <a:spcPts val="0"/>
              </a:spcBef>
              <a:spcAft>
                <a:spcPts val="0"/>
              </a:spcAft>
              <a:buNone/>
              <a:defRPr sz="4125" b="1">
                <a:solidFill>
                  <a:schemeClr val="tx1"/>
                </a:solidFill>
                <a:latin typeface="+mj-lt"/>
                <a:ea typeface="+mj-lt"/>
                <a:cs typeface="+mj-lt"/>
              </a:defRPr>
            </a:lvl5pPr>
            <a:lvl6pPr marL="0" indent="0" algn="l">
              <a:lnSpc>
                <a:spcPct val="110000"/>
              </a:lnSpc>
              <a:spcBef>
                <a:spcPts val="0"/>
              </a:spcBef>
              <a:spcAft>
                <a:spcPts val="0"/>
              </a:spcAft>
              <a:buNone/>
              <a:defRPr sz="4125" b="1">
                <a:solidFill>
                  <a:schemeClr val="tx1"/>
                </a:solidFill>
                <a:latin typeface="+mj-lt"/>
                <a:ea typeface="+mj-lt"/>
                <a:cs typeface="+mj-lt"/>
              </a:defRPr>
            </a:lvl6pPr>
            <a:lvl7pPr marL="0" indent="0" algn="l">
              <a:lnSpc>
                <a:spcPct val="110000"/>
              </a:lnSpc>
              <a:spcBef>
                <a:spcPts val="0"/>
              </a:spcBef>
              <a:spcAft>
                <a:spcPts val="0"/>
              </a:spcAft>
              <a:buNone/>
              <a:defRPr sz="4125" b="1">
                <a:solidFill>
                  <a:schemeClr val="tx1"/>
                </a:solidFill>
                <a:latin typeface="+mj-lt"/>
                <a:ea typeface="+mj-lt"/>
                <a:cs typeface="+mj-lt"/>
              </a:defRPr>
            </a:lvl7pPr>
            <a:lvl8pPr marL="0" indent="0" algn="l">
              <a:lnSpc>
                <a:spcPct val="110000"/>
              </a:lnSpc>
              <a:spcBef>
                <a:spcPts val="0"/>
              </a:spcBef>
              <a:spcAft>
                <a:spcPts val="0"/>
              </a:spcAft>
              <a:buNone/>
              <a:defRPr sz="4125" b="1">
                <a:solidFill>
                  <a:schemeClr val="tx1"/>
                </a:solidFill>
                <a:latin typeface="+mj-lt"/>
                <a:ea typeface="+mj-lt"/>
                <a:cs typeface="+mj-lt"/>
              </a:defRPr>
            </a:lvl8pPr>
            <a:lvl9pPr marL="0" indent="0" algn="l">
              <a:lnSpc>
                <a:spcPct val="110000"/>
              </a:lnSpc>
              <a:spcBef>
                <a:spcPts val="0"/>
              </a:spcBef>
              <a:spcAft>
                <a:spcPts val="0"/>
              </a:spcAft>
              <a:buNone/>
              <a:defRPr sz="4125"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8DDD2947-F134-47E9-AFD7-BA9E15FB8C0E}"/>
              </a:ext>
            </a:extLst>
          </p:cNvPr>
          <p:cNvSpPr>
            <a:spLocks xmlns:a="http://schemas.openxmlformats.org/drawingml/2006/main" noGrp="1"/>
          </p:cNvSpPr>
          <p:nvPr>
            <p:ph type="body" idx="1"/>
          </p:nvPr>
        </p:nvSpPr>
        <p:spPr>
          <a:xfrm xmlns:a="http://schemas.openxmlformats.org/drawingml/2006/main">
            <a:off x="857250" y="2381250"/>
            <a:ext cx="6286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813" b="0">
                <a:solidFill>
                  <a:schemeClr val="tx1"/>
                </a:solidFill>
                <a:latin typeface="+mn-lt"/>
                <a:ea typeface="+mn-lt"/>
                <a:cs typeface="+mn-lt"/>
              </a:defRPr>
            </a:defPPr>
            <a:lvl1pPr marL="285750" indent="-285750" algn="l">
              <a:lnSpc>
                <a:spcPct val="110000"/>
              </a:lnSpc>
              <a:spcBef>
                <a:spcPts val="0"/>
              </a:spcBef>
              <a:spcAft>
                <a:spcPts val="1500"/>
              </a:spcAft>
              <a:buChar char="•"/>
              <a:defRPr sz="2813" b="0">
                <a:solidFill>
                  <a:schemeClr val="tx1"/>
                </a:solidFill>
                <a:latin typeface="+mn-lt"/>
                <a:ea typeface="+mn-lt"/>
                <a:cs typeface="+mn-lt"/>
              </a:defRPr>
            </a:lvl1pPr>
            <a:lvl2pPr marL="666750" indent="-285750" algn="l">
              <a:lnSpc>
                <a:spcPct val="110000"/>
              </a:lnSpc>
              <a:spcBef>
                <a:spcPts val="0"/>
              </a:spcBef>
              <a:spcAft>
                <a:spcPts val="1500"/>
              </a:spcAft>
              <a:buChar char="•"/>
              <a:defRPr sz="2813" b="0">
                <a:solidFill>
                  <a:schemeClr val="tx1"/>
                </a:solidFill>
                <a:latin typeface="+mn-lt"/>
                <a:ea typeface="+mn-lt"/>
                <a:cs typeface="+mn-lt"/>
              </a:defRPr>
            </a:lvl2pPr>
            <a:lvl3pPr marL="1047750" indent="-285750" algn="l">
              <a:lnSpc>
                <a:spcPct val="110000"/>
              </a:lnSpc>
              <a:spcBef>
                <a:spcPts val="0"/>
              </a:spcBef>
              <a:spcAft>
                <a:spcPts val="1500"/>
              </a:spcAft>
              <a:buChar char="•"/>
              <a:defRPr sz="2813" b="0">
                <a:solidFill>
                  <a:schemeClr val="tx1"/>
                </a:solidFill>
                <a:latin typeface="+mn-lt"/>
                <a:ea typeface="+mn-lt"/>
                <a:cs typeface="+mn-lt"/>
              </a:defRPr>
            </a:lvl3pPr>
            <a:lvl4pPr marL="1428750" indent="-285750" algn="l">
              <a:lnSpc>
                <a:spcPct val="110000"/>
              </a:lnSpc>
              <a:spcBef>
                <a:spcPts val="0"/>
              </a:spcBef>
              <a:spcAft>
                <a:spcPts val="1500"/>
              </a:spcAft>
              <a:buChar char="•"/>
              <a:defRPr sz="2813" b="0">
                <a:solidFill>
                  <a:schemeClr val="tx1"/>
                </a:solidFill>
                <a:latin typeface="+mn-lt"/>
                <a:ea typeface="+mn-lt"/>
                <a:cs typeface="+mn-lt"/>
              </a:defRPr>
            </a:lvl4pPr>
            <a:lvl5pPr marL="1809750" indent="-285750" algn="l">
              <a:lnSpc>
                <a:spcPct val="110000"/>
              </a:lnSpc>
              <a:spcBef>
                <a:spcPts val="0"/>
              </a:spcBef>
              <a:spcAft>
                <a:spcPts val="1500"/>
              </a:spcAft>
              <a:buChar char="•"/>
              <a:defRPr sz="2813" b="0">
                <a:solidFill>
                  <a:schemeClr val="tx1"/>
                </a:solidFill>
                <a:latin typeface="+mn-lt"/>
                <a:ea typeface="+mn-lt"/>
                <a:cs typeface="+mn-lt"/>
              </a:defRPr>
            </a:lvl5pPr>
            <a:lvl6pPr marL="2190750" indent="-285750" algn="l">
              <a:lnSpc>
                <a:spcPct val="110000"/>
              </a:lnSpc>
              <a:spcBef>
                <a:spcPts val="0"/>
              </a:spcBef>
              <a:spcAft>
                <a:spcPts val="1500"/>
              </a:spcAft>
              <a:buChar char="•"/>
              <a:defRPr sz="2813" b="0">
                <a:solidFill>
                  <a:schemeClr val="tx1"/>
                </a:solidFill>
                <a:latin typeface="+mn-lt"/>
                <a:ea typeface="+mn-lt"/>
                <a:cs typeface="+mn-lt"/>
              </a:defRPr>
            </a:lvl6pPr>
            <a:lvl7pPr marL="2571750" indent="-285750" algn="l">
              <a:lnSpc>
                <a:spcPct val="110000"/>
              </a:lnSpc>
              <a:spcBef>
                <a:spcPts val="0"/>
              </a:spcBef>
              <a:spcAft>
                <a:spcPts val="1500"/>
              </a:spcAft>
              <a:buChar char="•"/>
              <a:defRPr sz="2813" b="0">
                <a:solidFill>
                  <a:schemeClr val="tx1"/>
                </a:solidFill>
                <a:latin typeface="+mn-lt"/>
                <a:ea typeface="+mn-lt"/>
                <a:cs typeface="+mn-lt"/>
              </a:defRPr>
            </a:lvl7pPr>
            <a:lvl8pPr marL="2952750" indent="-285750" algn="l">
              <a:lnSpc>
                <a:spcPct val="110000"/>
              </a:lnSpc>
              <a:spcBef>
                <a:spcPts val="0"/>
              </a:spcBef>
              <a:spcAft>
                <a:spcPts val="1500"/>
              </a:spcAft>
              <a:buChar char="•"/>
              <a:defRPr sz="2813" b="0">
                <a:solidFill>
                  <a:schemeClr val="tx1"/>
                </a:solidFill>
                <a:latin typeface="+mn-lt"/>
                <a:ea typeface="+mn-lt"/>
                <a:cs typeface="+mn-lt"/>
              </a:defRPr>
            </a:lvl8pPr>
            <a:lvl9pPr marL="3333750" indent="-285750" algn="l">
              <a:lnSpc>
                <a:spcPct val="110000"/>
              </a:lnSpc>
              <a:spcBef>
                <a:spcPts val="0"/>
              </a:spcBef>
              <a:spcAft>
                <a:spcPts val="1500"/>
              </a:spcAft>
              <a:buChar char="•"/>
              <a:defRPr sz="2813"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9693dbb70034ec9" /><Relationship Type="http://schemas.openxmlformats.org/officeDocument/2006/relationships/slideLayout" Target="/ppt/slideLayouts/slideLayout1.xml" Id="R92bc21c42dfd48bf" /><Relationship Type="http://schemas.openxmlformats.org/officeDocument/2006/relationships/slideLayout" Target="/ppt/slideLayouts/slideLayout2.xml" Id="Re428c4486b3d4d71" /><Relationship Type="http://schemas.openxmlformats.org/officeDocument/2006/relationships/slideLayout" Target="/ppt/slideLayouts/slideLayout3.xml" Id="R93ad402e4c4242a1" /><Relationship Type="http://schemas.openxmlformats.org/officeDocument/2006/relationships/slideLayout" Target="/ppt/slideLayouts/slideLayout4.xml" Id="R08b1d63b28d34153" /><Relationship Type="http://schemas.openxmlformats.org/officeDocument/2006/relationships/slideLayout" Target="/ppt/slideLayouts/slideLayout5.xml" Id="R46218ff5ae2948b1" /><Relationship Type="http://schemas.openxmlformats.org/officeDocument/2006/relationships/slideLayout" Target="/ppt/slideLayouts/slideLayout6.xml" Id="Rabcd1b30fa41405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2bc21c42dfd48bf"/>
    <p:sldLayoutId xmlns:r="http://schemas.openxmlformats.org/officeDocument/2006/relationships" id="2147483650" r:id="Re428c4486b3d4d71"/>
    <p:sldLayoutId xmlns:r="http://schemas.openxmlformats.org/officeDocument/2006/relationships" id="2147483651" r:id="R93ad402e4c4242a1"/>
    <p:sldLayoutId xmlns:r="http://schemas.openxmlformats.org/officeDocument/2006/relationships" id="2147483652" r:id="R08b1d63b28d34153"/>
    <p:sldLayoutId xmlns:r="http://schemas.openxmlformats.org/officeDocument/2006/relationships" id="2147483653" r:id="R46218ff5ae2948b1"/>
    <p:sldLayoutId xmlns:r="http://schemas.openxmlformats.org/officeDocument/2006/relationships" id="2147483654" r:id="Rabcd1b30fa41405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30c6dfc38b744752" /><Relationship Type="http://schemas.openxmlformats.org/officeDocument/2006/relationships/image" Target="/ppt/media/image.png" Id="R8dbb0c603c7a430c" /><Relationship Type="http://schemas.openxmlformats.org/officeDocument/2006/relationships/notesSlide" Target="/ppt/notesSlides/notesSlide1.xml" Id="Refa6e545b3704723"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9a3bf38cd00940af" /><Relationship Type="http://schemas.openxmlformats.org/officeDocument/2006/relationships/image" Target="/ppt/media/image2.png" Id="R5632f94a243c4064" /><Relationship Type="http://schemas.openxmlformats.org/officeDocument/2006/relationships/notesSlide" Target="/ppt/notesSlides/notesSlide2.xml" Id="R3bca7a2cc73840c4"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1a1734659e924e5b" /><Relationship Type="http://schemas.openxmlformats.org/officeDocument/2006/relationships/image" Target="/ppt/media/image3.png" Id="Rfb91e649be2743e6" /><Relationship Type="http://schemas.openxmlformats.org/officeDocument/2006/relationships/notesSlide" Target="/ppt/notesSlides/notesSlide3.xml" Id="R5446fe3ff25046fc"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7771d9dd82484d71" /><Relationship Type="http://schemas.openxmlformats.org/officeDocument/2006/relationships/image" Target="/ppt/media/image4.png" Id="R4281513b0dc54b93" /><Relationship Type="http://schemas.openxmlformats.org/officeDocument/2006/relationships/notesSlide" Target="/ppt/notesSlides/notesSlide4.xml" Id="R7e56f545aa3f42d2"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75e7654d9e5d49bc" /><Relationship Type="http://schemas.openxmlformats.org/officeDocument/2006/relationships/image" Target="/ppt/media/image5.png" Id="Re7cae5f34ae04819" /><Relationship Type="http://schemas.openxmlformats.org/officeDocument/2006/relationships/notesSlide" Target="/ppt/notesSlides/notesSlide5.xml" Id="Rdbba4388922e4e60"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3a6e1eab1d7e4ca5" /><Relationship Type="http://schemas.openxmlformats.org/officeDocument/2006/relationships/image" Target="/ppt/media/image6.png" Id="R60b854ff265f4108" /><Relationship Type="http://schemas.openxmlformats.org/officeDocument/2006/relationships/notesSlide" Target="/ppt/notesSlides/notesSlide6.xml" Id="Rb9da1ed1bf05446e"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919174ca89624c9e" /><Relationship Type="http://schemas.openxmlformats.org/officeDocument/2006/relationships/chart" Target="/ppt/slides/charts/chart1.xml" Id="R3f744f8f837e46b1" /><Relationship Type="http://schemas.openxmlformats.org/officeDocument/2006/relationships/image" Target="/ppt/media/image7.png" Id="Re688822f49fd44ab" /><Relationship Type="http://schemas.openxmlformats.org/officeDocument/2006/relationships/notesSlide" Target="/ppt/notesSlides/notesSlide7.xml" Id="R6564419de43843b9"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99cb3bfcbcab4064" /><Relationship Type="http://schemas.openxmlformats.org/officeDocument/2006/relationships/image" Target="/ppt/media/image8.png" Id="Rc5dfb2e639564d8f" /><Relationship Type="http://schemas.openxmlformats.org/officeDocument/2006/relationships/image" Target="/ppt/media/image9.png" Id="R8cb4e9a870cb4a46" /><Relationship Type="http://schemas.openxmlformats.org/officeDocument/2006/relationships/notesSlide" Target="/ppt/notesSlides/notesSlide8.xml" Id="R338a3c608f774a9f"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Median context preparation (ms)</c:v>
          </c:tx>
          <c:spPr>
            <a:solidFill xmlns:a="http://schemas.openxmlformats.org/drawingml/2006/main">
              <a:srgbClr val="EF7930"/>
            </a:solidFill>
          </c:spPr>
          <c:invertIfNegative val="0"/>
          <c:dPt>
            <c:idx val="0"/>
            <c:invertIfNegative val="0"/>
            <c:spPr>
              <a:solidFill xmlns:a="http://schemas.openxmlformats.org/drawingml/2006/main">
                <a:srgbClr val="778B9B"/>
              </a:solidFill>
            </c:spPr>
          </c:dPt>
          <c:dPt>
            <c:idx val="1"/>
            <c:invertIfNegative val="0"/>
            <c:spPr>
              <a:solidFill xmlns:a="http://schemas.openxmlformats.org/drawingml/2006/main">
                <a:srgbClr val="147F7C"/>
              </a:solidFill>
            </c:spPr>
          </c:dPt>
          <c:dPt>
            <c:idx val="2"/>
            <c:invertIfNegative val="0"/>
            <c:spPr>
              <a:solidFill xmlns:a="http://schemas.openxmlformats.org/drawingml/2006/main">
                <a:srgbClr val="EF7930"/>
              </a:solidFill>
            </c:spPr>
          </c:dPt>
          <c:cat>
            <c:strRef>
              <c:f>'Chart Data'!$A$2:$A$4</c:f>
              <c:strCache>
                <c:ptCount val="3"/>
                <c:pt idx="0">
                  <c:v>Uncached equivalent</c:v>
                </c:pt>
                <c:pt idx="1">
                  <c:v>RAM + CPU</c:v>
                </c:pt>
                <c:pt idx="2">
                  <c:v>RAM + GPU</c:v>
                </c:pt>
              </c:strCache>
            </c:strRef>
          </c:cat>
          <c:val>
            <c:numRef>
              <c:f>'Chart Data'!$B$2:$B$4</c:f>
              <c:numCache>
                <c:formatCode>General</c:formatCode>
                <c:ptCount val="3"/>
                <c:pt idx="0">
                  <c:v>232.86</c:v>
                </c:pt>
                <c:pt idx="1">
                  <c:v>15.34</c:v>
                </c:pt>
                <c:pt idx="2">
                  <c:v>15.82</c:v>
                </c:pt>
              </c:numCache>
            </c:numRef>
          </c:val>
        </c:ser>
        <c:dLbls>
          <c:numFmt formatCode="0.00" sourceLinked="0"/>
          <c:txPr>
            <a:bodyPr xmlns:a="http://schemas.openxmlformats.org/drawingml/2006/main" anchorCtr="1"/>
            <a:lstStyle xmlns:a="http://schemas.openxmlformats.org/drawingml/2006/main"/>
            <a:p xmlns:a="http://schemas.openxmlformats.org/drawingml/2006/main">
              <a:pPr>
                <a:defRPr sz="1950" b="1">
                  <a:solidFill>
                    <a:srgbClr val="102D45"/>
                  </a:solidFill>
                  <a:latin typeface="Arial"/>
                  <a:ea typeface="Arial"/>
                  <a:cs typeface="Arial"/>
                </a:defRPr>
              </a:pPr>
            </a:p>
          </c:txPr>
          <c:dLblPos val="outEnd"/>
          <c:showLegendKey val="0"/>
          <c:showVal val="1"/>
          <c:showCatName val="0"/>
          <c:showSerName val="0"/>
          <c:showPercent val="0"/>
          <c:showBubbleSize val="0"/>
          <c:showLeaderLines val="0"/>
        </c:dLbls>
        <c:gapWidth val="65"/>
        <c:axId val="48650112"/>
        <c:axId val="48672768"/>
      </c:barChart>
      <c:catAx>
        <c:axId val="48650112"/>
        <c:scaling>
          <c:orientation val="minMax"/>
        </c:scaling>
        <c:delete val="0"/>
        <c:axPos val="l"/>
        <c:majorGridlines>
          <c:spPr>
            <a:ln xmlns:a="http://schemas.openxmlformats.org/drawingml/2006/main" w="6668">
              <a:solidFill>
                <a:srgbClr val="C9D3DA"/>
              </a:solidFill>
            </a:ln>
          </c:spPr>
        </c:majorGridlines>
        <c:numFmt formatCode="0"/>
        <c:majorTickMark val="none"/>
        <c:minorTickMark val="none"/>
        <c:spPr>
          <a:ln xmlns:a="http://schemas.openxmlformats.org/drawingml/2006/main" w="9525">
            <a:solidFill>
              <a:srgbClr val="C9D3DA"/>
            </a:solidFill>
          </a:ln>
        </c:spPr>
        <c:txPr>
          <a:bodyPr xmlns:a="http://schemas.openxmlformats.org/drawingml/2006/main" anchorCtr="1"/>
          <a:lstStyle xmlns:a="http://schemas.openxmlformats.org/drawingml/2006/main"/>
          <a:p xmlns:a="http://schemas.openxmlformats.org/drawingml/2006/main">
            <a:pPr>
              <a:defRPr sz="1725">
                <a:solidFill>
                  <a:srgbClr val="53697A"/>
                </a:solidFill>
                <a:latin typeface="Arial"/>
                <a:ea typeface="Arial"/>
                <a:cs typeface="Arial"/>
              </a:defRPr>
            </a:pPr>
          </a:p>
        </c:txPr>
        <c:crossAx val="48672768"/>
      </c:catAx>
      <c:valAx>
        <c:axId val="48672768"/>
        <c:scaling>
          <c:orientation val="minMax"/>
        </c:scaling>
        <c:delete val="0"/>
        <c:axPos val="b"/>
        <c:numFmt formatCode="General"/>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875">
                <a:solidFill>
                  <a:srgbClr val="102D45"/>
                </a:solidFill>
                <a:latin typeface="Arial"/>
                <a:ea typeface="Arial"/>
                <a:cs typeface="Arial"/>
              </a:defRPr>
            </a:pPr>
          </a:p>
        </c:txPr>
        <c:crossAx val="48650112"/>
        <c:crossBetween val="between"/>
      </c:valAx>
      <c:spPr>
        <a:solidFill xmlns:a="http://schemas.openxmlformats.org/drawingml/2006/main">
          <a:srgbClr val="FAF7F0"/>
        </a:solidFill>
        <a:ln xmlns:a="http://schemas.openxmlformats.org/drawingml/2006/main" w="0">
          <a:noFill/>
        </a:ln>
      </c:spPr>
    </c:plotArea>
    <c:plotVisOnly val="1"/>
  </c:chart>
  <c:spPr>
    <a:solidFill xmlns:a="http://schemas.openxmlformats.org/drawingml/2006/main">
      <a:srgbClr val="FAF7F0"/>
    </a:solidFill>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0B2234"/>
        </a:solidFill>
      </p:bgPr>
    </p:bg>
    <p:spTree>
      <p:nvGrpSpPr>
        <p:cNvPr id="1" name=""/>
        <p:cNvGrpSpPr/>
        <p:nvPr/>
      </p:nvGrpSpPr>
      <p:grpSpPr>
        <a:xfrm xmlns:a="http://schemas.openxmlformats.org/drawingml/2006/main"/>
      </p:grpSpPr>
      <p:sp>
        <p:nvSpPr>
          <p:cNvPr id="13" name="Iron Web + Voyara">
            <a:extLst xmlns:a="http://schemas.openxmlformats.org/drawingml/2006/main">
              <a:ext uri="{FF2B5EF4-FFF2-40B4-BE49-F238E27FC236}">
                <a16:creationId xmlns:a16="http://schemas.microsoft.com/office/drawing/2014/main" id="{AB802DD5-B29D-42E0-A64D-9D1ED874F30F}"/>
              </a:ext>
            </a:extLst>
          </p:cNvPr>
          <p:cNvSpPr>
            <a:spLocks xmlns:a="http://schemas.openxmlformats.org/drawingml/2006/main" noGrp="1"/>
          </p:cNvSpPr>
          <p:nvPr/>
        </p:nvSpPr>
        <p:spPr>
          <a:xfrm xmlns:a="http://schemas.openxmlformats.org/drawingml/2006/main">
            <a:off x="666750" y="571500"/>
            <a:ext cx="139065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750" b="1">
                <a:solidFill>
                  <a:srgbClr val="FFFFFF"/>
                </a:solidFill>
                <a:latin typeface="Arial"/>
                <a:ea typeface="Arial"/>
                <a:cs typeface="Arial"/>
              </a:defRPr>
            </a:defPPr>
            <a:lvl1pPr algn="l">
              <a:defRPr sz="3750" b="1">
                <a:solidFill>
                  <a:srgbClr val="FFFFFF"/>
                </a:solidFill>
                <a:latin typeface="Arial"/>
                <a:ea typeface="Arial"/>
                <a:cs typeface="Arial"/>
              </a:defRPr>
            </a:lvl1pPr>
            <a:lvl2pPr algn="l">
              <a:defRPr sz="3750" b="1">
                <a:solidFill>
                  <a:srgbClr val="FFFFFF"/>
                </a:solidFill>
                <a:latin typeface="Arial"/>
                <a:ea typeface="Arial"/>
                <a:cs typeface="Arial"/>
              </a:defRPr>
            </a:lvl2pPr>
            <a:lvl3pPr algn="l">
              <a:defRPr sz="3750" b="1">
                <a:solidFill>
                  <a:srgbClr val="FFFFFF"/>
                </a:solidFill>
                <a:latin typeface="Arial"/>
                <a:ea typeface="Arial"/>
                <a:cs typeface="Arial"/>
              </a:defRPr>
            </a:lvl3pPr>
            <a:lvl4pPr algn="l">
              <a:defRPr sz="3750" b="1">
                <a:solidFill>
                  <a:srgbClr val="FFFFFF"/>
                </a:solidFill>
                <a:latin typeface="Arial"/>
                <a:ea typeface="Arial"/>
                <a:cs typeface="Arial"/>
              </a:defRPr>
            </a:lvl4pPr>
            <a:lvl5pPr algn="l">
              <a:defRPr sz="3750" b="1">
                <a:solidFill>
                  <a:srgbClr val="FFFFFF"/>
                </a:solidFill>
                <a:latin typeface="Arial"/>
                <a:ea typeface="Arial"/>
                <a:cs typeface="Arial"/>
              </a:defRPr>
            </a:lvl5pPr>
            <a:lvl6pPr algn="l">
              <a:defRPr sz="3750" b="1">
                <a:solidFill>
                  <a:srgbClr val="FFFFFF"/>
                </a:solidFill>
                <a:latin typeface="Arial"/>
                <a:ea typeface="Arial"/>
                <a:cs typeface="Arial"/>
              </a:defRPr>
            </a:lvl6pPr>
            <a:lvl7pPr algn="l">
              <a:defRPr sz="3750" b="1">
                <a:solidFill>
                  <a:srgbClr val="FFFFFF"/>
                </a:solidFill>
                <a:latin typeface="Arial"/>
                <a:ea typeface="Arial"/>
                <a:cs typeface="Arial"/>
              </a:defRPr>
            </a:lvl7pPr>
            <a:lvl8pPr algn="l">
              <a:defRPr sz="3750" b="1">
                <a:solidFill>
                  <a:srgbClr val="FFFFFF"/>
                </a:solidFill>
                <a:latin typeface="Arial"/>
                <a:ea typeface="Arial"/>
                <a:cs typeface="Arial"/>
              </a:defRPr>
            </a:lvl8pPr>
            <a:lvl9pPr algn="l">
              <a:defRPr sz="3750" b="1">
                <a:solidFill>
                  <a:srgbClr val="FFFFFF"/>
                </a:solidFill>
                <a:latin typeface="Arial"/>
                <a:ea typeface="Arial"/>
                <a:cs typeface="Arial"/>
              </a:defRPr>
            </a:lvl9pPr>
          </a:lstStyle>
          <a:p xmlns:a="http://schemas.openxmlformats.org/drawingml/2006/main">
            <a:pPr algn="l">
              <a:defRPr sz="3750" b="1">
                <a:solidFill>
                  <a:srgbClr val="FFFFFF"/>
                </a:solidFill>
                <a:latin typeface="Arial"/>
                <a:ea typeface="Arial"/>
                <a:cs typeface="Arial"/>
              </a:defRPr>
            </a:pPr>
            <a:r>
              <a:rPr sz="3750" b="1">
                <a:solidFill>
                  <a:srgbClr val="FFFFFF"/>
                </a:solidFill>
                <a:latin typeface="Arial"/>
                <a:ea typeface="Arial"/>
                <a:cs typeface="Arial"/>
              </a:rPr>
              <a:t>Iron Web + Voyara</a:t>
            </a:r>
          </a:p>
        </p:txBody>
      </p:sp>
      <p:sp>
        <p:nvSpPr>
          <p:cNvPr id="2" name="">
            <a:extLst xmlns:a="http://schemas.openxmlformats.org/drawingml/2006/main">
              <a:ext uri="{FF2B5EF4-FFF2-40B4-BE49-F238E27FC236}">
                <a16:creationId xmlns:a16="http://schemas.microsoft.com/office/drawing/2014/main" id="{59C37808-2360-4ED2-A3BB-9B18DF0E9284}"/>
              </a:ext>
            </a:extLst>
          </p:cNvPr>
          <p:cNvSpPr>
            <a:spLocks xmlns:a="http://schemas.openxmlformats.org/drawingml/2006/main" noGrp="1"/>
          </p:cNvSpPr>
          <p:nvPr/>
        </p:nvSpPr>
        <p:spPr>
          <a:xfrm xmlns:a="http://schemas.openxmlformats.org/drawingml/2006/main">
            <a:off x="666750" y="7905750"/>
            <a:ext cx="13906500" cy="0"/>
          </a:xfrm>
          <a:prstGeom xmlns:a="http://schemas.openxmlformats.org/drawingml/2006/main" prst="line">
            <a:avLst/>
          </a:prstGeom>
          <a:ln xmlns:a="http://schemas.openxmlformats.org/drawingml/2006/main" w="13335">
            <a:solidFill>
              <a:srgbClr val="365063"/>
            </a:solidFill>
          </a:ln>
        </p:spPr>
      </p:sp>
      <p:sp>
        <p:nvSpPr>
          <p:cNvPr id="3" name="UNSTOPPABLE 4s">
            <a:extLst xmlns:a="http://schemas.openxmlformats.org/drawingml/2006/main">
              <a:ext uri="{FF2B5EF4-FFF2-40B4-BE49-F238E27FC236}">
                <a16:creationId xmlns:a16="http://schemas.microsoft.com/office/drawing/2014/main" id="{9BDE945E-0A47-4E73-93EB-82601724CC40}"/>
              </a:ext>
            </a:extLst>
          </p:cNvPr>
          <p:cNvSpPr>
            <a:spLocks xmlns:a="http://schemas.openxmlformats.org/drawingml/2006/main" noGrp="1"/>
          </p:cNvSpPr>
          <p:nvPr/>
        </p:nvSpPr>
        <p:spPr>
          <a:xfrm xmlns:a="http://schemas.openxmlformats.org/drawingml/2006/main">
            <a:off x="666750" y="8096250"/>
            <a:ext cx="5334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1">
                <a:solidFill>
                  <a:srgbClr val="A9C0CE"/>
                </a:solidFill>
                <a:latin typeface="Arial"/>
                <a:ea typeface="Arial"/>
                <a:cs typeface="Arial"/>
              </a:defRPr>
            </a:defPPr>
            <a:lvl1pPr algn="l">
              <a:defRPr sz="1275" b="1">
                <a:solidFill>
                  <a:srgbClr val="A9C0CE"/>
                </a:solidFill>
                <a:latin typeface="Arial"/>
                <a:ea typeface="Arial"/>
                <a:cs typeface="Arial"/>
              </a:defRPr>
            </a:lvl1pPr>
            <a:lvl2pPr algn="l">
              <a:defRPr sz="1275" b="1">
                <a:solidFill>
                  <a:srgbClr val="A9C0CE"/>
                </a:solidFill>
                <a:latin typeface="Arial"/>
                <a:ea typeface="Arial"/>
                <a:cs typeface="Arial"/>
              </a:defRPr>
            </a:lvl2pPr>
            <a:lvl3pPr algn="l">
              <a:defRPr sz="1275" b="1">
                <a:solidFill>
                  <a:srgbClr val="A9C0CE"/>
                </a:solidFill>
                <a:latin typeface="Arial"/>
                <a:ea typeface="Arial"/>
                <a:cs typeface="Arial"/>
              </a:defRPr>
            </a:lvl3pPr>
            <a:lvl4pPr algn="l">
              <a:defRPr sz="1275" b="1">
                <a:solidFill>
                  <a:srgbClr val="A9C0CE"/>
                </a:solidFill>
                <a:latin typeface="Arial"/>
                <a:ea typeface="Arial"/>
                <a:cs typeface="Arial"/>
              </a:defRPr>
            </a:lvl4pPr>
            <a:lvl5pPr algn="l">
              <a:defRPr sz="1275" b="1">
                <a:solidFill>
                  <a:srgbClr val="A9C0CE"/>
                </a:solidFill>
                <a:latin typeface="Arial"/>
                <a:ea typeface="Arial"/>
                <a:cs typeface="Arial"/>
              </a:defRPr>
            </a:lvl5pPr>
            <a:lvl6pPr algn="l">
              <a:defRPr sz="1275" b="1">
                <a:solidFill>
                  <a:srgbClr val="A9C0CE"/>
                </a:solidFill>
                <a:latin typeface="Arial"/>
                <a:ea typeface="Arial"/>
                <a:cs typeface="Arial"/>
              </a:defRPr>
            </a:lvl6pPr>
            <a:lvl7pPr algn="l">
              <a:defRPr sz="1275" b="1">
                <a:solidFill>
                  <a:srgbClr val="A9C0CE"/>
                </a:solidFill>
                <a:latin typeface="Arial"/>
                <a:ea typeface="Arial"/>
                <a:cs typeface="Arial"/>
              </a:defRPr>
            </a:lvl7pPr>
            <a:lvl8pPr algn="l">
              <a:defRPr sz="1275" b="1">
                <a:solidFill>
                  <a:srgbClr val="A9C0CE"/>
                </a:solidFill>
                <a:latin typeface="Arial"/>
                <a:ea typeface="Arial"/>
                <a:cs typeface="Arial"/>
              </a:defRPr>
            </a:lvl8pPr>
            <a:lvl9pPr algn="l">
              <a:defRPr sz="1275" b="1">
                <a:solidFill>
                  <a:srgbClr val="A9C0CE"/>
                </a:solidFill>
                <a:latin typeface="Arial"/>
                <a:ea typeface="Arial"/>
                <a:cs typeface="Arial"/>
              </a:defRPr>
            </a:lvl9pPr>
          </a:lstStyle>
          <a:p xmlns:a="http://schemas.openxmlformats.org/drawingml/2006/main">
            <a:pPr algn="l">
              <a:defRPr sz="1275" b="1">
                <a:solidFill>
                  <a:srgbClr val="A9C0CE"/>
                </a:solidFill>
                <a:latin typeface="Arial"/>
                <a:ea typeface="Arial"/>
                <a:cs typeface="Arial"/>
              </a:defRPr>
            </a:pPr>
            <a:r>
              <a:rPr sz="1275" b="1">
                <a:solidFill>
                  <a:srgbClr val="A9C0CE"/>
                </a:solidFill>
                <a:latin typeface="Arial"/>
                <a:ea typeface="Arial"/>
                <a:cs typeface="Arial"/>
              </a:rPr>
              <a:t>UNSTOPPABLE 4s</a:t>
            </a:r>
          </a:p>
        </p:txBody>
      </p:sp>
      <p:sp>
        <p:nvSpPr>
          <p:cNvPr id="4" name="01 / 08">
            <a:extLst xmlns:a="http://schemas.openxmlformats.org/drawingml/2006/main">
              <a:ext uri="{FF2B5EF4-FFF2-40B4-BE49-F238E27FC236}">
                <a16:creationId xmlns:a16="http://schemas.microsoft.com/office/drawing/2014/main" id="{D203E31C-1970-4A61-8B68-C389D6E4CE7C}"/>
              </a:ext>
            </a:extLst>
          </p:cNvPr>
          <p:cNvSpPr>
            <a:spLocks xmlns:a="http://schemas.openxmlformats.org/drawingml/2006/main" noGrp="1"/>
          </p:cNvSpPr>
          <p:nvPr/>
        </p:nvSpPr>
        <p:spPr>
          <a:xfrm xmlns:a="http://schemas.openxmlformats.org/drawingml/2006/main">
            <a:off x="13430250" y="8096250"/>
            <a:ext cx="1143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A9C0CE"/>
                </a:solidFill>
                <a:latin typeface="Arial"/>
                <a:ea typeface="Arial"/>
                <a:cs typeface="Arial"/>
              </a:defRPr>
            </a:defPPr>
            <a:lvl1pPr algn="r">
              <a:defRPr sz="1275" b="0">
                <a:solidFill>
                  <a:srgbClr val="A9C0CE"/>
                </a:solidFill>
                <a:latin typeface="Arial"/>
                <a:ea typeface="Arial"/>
                <a:cs typeface="Arial"/>
              </a:defRPr>
            </a:lvl1pPr>
            <a:lvl2pPr algn="r">
              <a:defRPr sz="1275" b="0">
                <a:solidFill>
                  <a:srgbClr val="A9C0CE"/>
                </a:solidFill>
                <a:latin typeface="Arial"/>
                <a:ea typeface="Arial"/>
                <a:cs typeface="Arial"/>
              </a:defRPr>
            </a:lvl2pPr>
            <a:lvl3pPr algn="r">
              <a:defRPr sz="1275" b="0">
                <a:solidFill>
                  <a:srgbClr val="A9C0CE"/>
                </a:solidFill>
                <a:latin typeface="Arial"/>
                <a:ea typeface="Arial"/>
                <a:cs typeface="Arial"/>
              </a:defRPr>
            </a:lvl3pPr>
            <a:lvl4pPr algn="r">
              <a:defRPr sz="1275" b="0">
                <a:solidFill>
                  <a:srgbClr val="A9C0CE"/>
                </a:solidFill>
                <a:latin typeface="Arial"/>
                <a:ea typeface="Arial"/>
                <a:cs typeface="Arial"/>
              </a:defRPr>
            </a:lvl4pPr>
            <a:lvl5pPr algn="r">
              <a:defRPr sz="1275" b="0">
                <a:solidFill>
                  <a:srgbClr val="A9C0CE"/>
                </a:solidFill>
                <a:latin typeface="Arial"/>
                <a:ea typeface="Arial"/>
                <a:cs typeface="Arial"/>
              </a:defRPr>
            </a:lvl5pPr>
            <a:lvl6pPr algn="r">
              <a:defRPr sz="1275" b="0">
                <a:solidFill>
                  <a:srgbClr val="A9C0CE"/>
                </a:solidFill>
                <a:latin typeface="Arial"/>
                <a:ea typeface="Arial"/>
                <a:cs typeface="Arial"/>
              </a:defRPr>
            </a:lvl6pPr>
            <a:lvl7pPr algn="r">
              <a:defRPr sz="1275" b="0">
                <a:solidFill>
                  <a:srgbClr val="A9C0CE"/>
                </a:solidFill>
                <a:latin typeface="Arial"/>
                <a:ea typeface="Arial"/>
                <a:cs typeface="Arial"/>
              </a:defRPr>
            </a:lvl7pPr>
            <a:lvl8pPr algn="r">
              <a:defRPr sz="1275" b="0">
                <a:solidFill>
                  <a:srgbClr val="A9C0CE"/>
                </a:solidFill>
                <a:latin typeface="Arial"/>
                <a:ea typeface="Arial"/>
                <a:cs typeface="Arial"/>
              </a:defRPr>
            </a:lvl8pPr>
            <a:lvl9pPr algn="r">
              <a:defRPr sz="1275" b="0">
                <a:solidFill>
                  <a:srgbClr val="A9C0CE"/>
                </a:solidFill>
                <a:latin typeface="Arial"/>
                <a:ea typeface="Arial"/>
                <a:cs typeface="Arial"/>
              </a:defRPr>
            </a:lvl9pPr>
          </a:lstStyle>
          <a:p xmlns:a="http://schemas.openxmlformats.org/drawingml/2006/main">
            <a:pPr algn="r">
              <a:defRPr sz="1275" b="0">
                <a:solidFill>
                  <a:srgbClr val="A9C0CE"/>
                </a:solidFill>
                <a:latin typeface="Arial"/>
                <a:ea typeface="Arial"/>
                <a:cs typeface="Arial"/>
              </a:defRPr>
            </a:pPr>
            <a:r>
              <a:rPr sz="1275" b="0">
                <a:solidFill>
                  <a:srgbClr val="A9C0CE"/>
                </a:solidFill>
                <a:latin typeface="Arial"/>
                <a:ea typeface="Arial"/>
                <a:cs typeface="Arial"/>
              </a:rPr>
              <a:t>01 / 08</a:t>
            </a:r>
          </a:p>
        </p:txBody>
      </p:sp>
      <p:sp>
        <p:nvSpPr>
          <p:cNvPr id="5" name="AZINHACK ’26">
            <a:extLst xmlns:a="http://schemas.openxmlformats.org/drawingml/2006/main">
              <a:ext uri="{FF2B5EF4-FFF2-40B4-BE49-F238E27FC236}">
                <a16:creationId xmlns:a16="http://schemas.microsoft.com/office/drawing/2014/main" id="{7852CBC7-EA98-4E00-B5B8-CBB681DE545F}"/>
              </a:ext>
            </a:extLst>
          </p:cNvPr>
          <p:cNvSpPr>
            <a:spLocks xmlns:a="http://schemas.openxmlformats.org/drawingml/2006/main" noGrp="1"/>
          </p:cNvSpPr>
          <p:nvPr/>
        </p:nvSpPr>
        <p:spPr>
          <a:xfrm xmlns:a="http://schemas.openxmlformats.org/drawingml/2006/main">
            <a:off x="685800" y="1562100"/>
            <a:ext cx="5715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EF7930"/>
                </a:solidFill>
                <a:latin typeface="Arial"/>
                <a:ea typeface="Arial"/>
                <a:cs typeface="Arial"/>
              </a:defRPr>
            </a:defPPr>
            <a:lvl1pPr algn="l">
              <a:defRPr sz="1725" b="1">
                <a:solidFill>
                  <a:srgbClr val="EF7930"/>
                </a:solidFill>
                <a:latin typeface="Arial"/>
                <a:ea typeface="Arial"/>
                <a:cs typeface="Arial"/>
              </a:defRPr>
            </a:lvl1pPr>
            <a:lvl2pPr algn="l">
              <a:defRPr sz="1725" b="1">
                <a:solidFill>
                  <a:srgbClr val="EF7930"/>
                </a:solidFill>
                <a:latin typeface="Arial"/>
                <a:ea typeface="Arial"/>
                <a:cs typeface="Arial"/>
              </a:defRPr>
            </a:lvl2pPr>
            <a:lvl3pPr algn="l">
              <a:defRPr sz="1725" b="1">
                <a:solidFill>
                  <a:srgbClr val="EF7930"/>
                </a:solidFill>
                <a:latin typeface="Arial"/>
                <a:ea typeface="Arial"/>
                <a:cs typeface="Arial"/>
              </a:defRPr>
            </a:lvl3pPr>
            <a:lvl4pPr algn="l">
              <a:defRPr sz="1725" b="1">
                <a:solidFill>
                  <a:srgbClr val="EF7930"/>
                </a:solidFill>
                <a:latin typeface="Arial"/>
                <a:ea typeface="Arial"/>
                <a:cs typeface="Arial"/>
              </a:defRPr>
            </a:lvl4pPr>
            <a:lvl5pPr algn="l">
              <a:defRPr sz="1725" b="1">
                <a:solidFill>
                  <a:srgbClr val="EF7930"/>
                </a:solidFill>
                <a:latin typeface="Arial"/>
                <a:ea typeface="Arial"/>
                <a:cs typeface="Arial"/>
              </a:defRPr>
            </a:lvl5pPr>
            <a:lvl6pPr algn="l">
              <a:defRPr sz="1725" b="1">
                <a:solidFill>
                  <a:srgbClr val="EF7930"/>
                </a:solidFill>
                <a:latin typeface="Arial"/>
                <a:ea typeface="Arial"/>
                <a:cs typeface="Arial"/>
              </a:defRPr>
            </a:lvl6pPr>
            <a:lvl7pPr algn="l">
              <a:defRPr sz="1725" b="1">
                <a:solidFill>
                  <a:srgbClr val="EF7930"/>
                </a:solidFill>
                <a:latin typeface="Arial"/>
                <a:ea typeface="Arial"/>
                <a:cs typeface="Arial"/>
              </a:defRPr>
            </a:lvl7pPr>
            <a:lvl8pPr algn="l">
              <a:defRPr sz="1725" b="1">
                <a:solidFill>
                  <a:srgbClr val="EF7930"/>
                </a:solidFill>
                <a:latin typeface="Arial"/>
                <a:ea typeface="Arial"/>
                <a:cs typeface="Arial"/>
              </a:defRPr>
            </a:lvl8pPr>
            <a:lvl9pPr algn="l">
              <a:defRPr sz="1725" b="1">
                <a:solidFill>
                  <a:srgbClr val="EF7930"/>
                </a:solidFill>
                <a:latin typeface="Arial"/>
                <a:ea typeface="Arial"/>
                <a:cs typeface="Arial"/>
              </a:defRPr>
            </a:lvl9pPr>
          </a:lstStyle>
          <a:p xmlns:a="http://schemas.openxmlformats.org/drawingml/2006/main">
            <a:pPr algn="l">
              <a:defRPr sz="1725" b="1">
                <a:solidFill>
                  <a:srgbClr val="EF7930"/>
                </a:solidFill>
                <a:latin typeface="Arial"/>
                <a:ea typeface="Arial"/>
                <a:cs typeface="Arial"/>
              </a:defRPr>
            </a:pPr>
            <a:r>
              <a:rPr sz="1725" b="1">
                <a:solidFill>
                  <a:srgbClr val="EF7930"/>
                </a:solidFill>
                <a:latin typeface="Arial"/>
                <a:ea typeface="Arial"/>
                <a:cs typeface="Arial"/>
              </a:rPr>
              <a:t>AZINHACK ’26</a:t>
            </a:r>
          </a:p>
        </p:txBody>
      </p:sp>
      <p:sp>
        <p:nvSpPr>
          <p:cNvPr id="6" name="Shared memory for&#10;travel planning agents">
            <a:extLst xmlns:a="http://schemas.openxmlformats.org/drawingml/2006/main">
              <a:ext uri="{FF2B5EF4-FFF2-40B4-BE49-F238E27FC236}">
                <a16:creationId xmlns:a16="http://schemas.microsoft.com/office/drawing/2014/main" id="{3037B1C3-AFB6-4937-9C3B-2AC83E889ECB}"/>
              </a:ext>
            </a:extLst>
          </p:cNvPr>
          <p:cNvSpPr>
            <a:spLocks xmlns:a="http://schemas.openxmlformats.org/drawingml/2006/main" noGrp="1"/>
          </p:cNvSpPr>
          <p:nvPr/>
        </p:nvSpPr>
        <p:spPr>
          <a:xfrm xmlns:a="http://schemas.openxmlformats.org/drawingml/2006/main">
            <a:off x="666750" y="2190750"/>
            <a:ext cx="6334125" cy="1762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500" b="1">
                <a:solidFill>
                  <a:srgbClr val="FFFFFF"/>
                </a:solidFill>
                <a:latin typeface="Arial"/>
                <a:ea typeface="Arial"/>
                <a:cs typeface="Arial"/>
              </a:defRPr>
            </a:defPPr>
            <a:lvl1pPr algn="l">
              <a:defRPr sz="4500" b="1">
                <a:solidFill>
                  <a:srgbClr val="FFFFFF"/>
                </a:solidFill>
                <a:latin typeface="Arial"/>
                <a:ea typeface="Arial"/>
                <a:cs typeface="Arial"/>
              </a:defRPr>
            </a:lvl1pPr>
            <a:lvl2pPr algn="l">
              <a:defRPr sz="4500" b="1">
                <a:solidFill>
                  <a:srgbClr val="FFFFFF"/>
                </a:solidFill>
                <a:latin typeface="Arial"/>
                <a:ea typeface="Arial"/>
                <a:cs typeface="Arial"/>
              </a:defRPr>
            </a:lvl2pPr>
            <a:lvl3pPr algn="l">
              <a:defRPr sz="4500" b="1">
                <a:solidFill>
                  <a:srgbClr val="FFFFFF"/>
                </a:solidFill>
                <a:latin typeface="Arial"/>
                <a:ea typeface="Arial"/>
                <a:cs typeface="Arial"/>
              </a:defRPr>
            </a:lvl3pPr>
            <a:lvl4pPr algn="l">
              <a:defRPr sz="4500" b="1">
                <a:solidFill>
                  <a:srgbClr val="FFFFFF"/>
                </a:solidFill>
                <a:latin typeface="Arial"/>
                <a:ea typeface="Arial"/>
                <a:cs typeface="Arial"/>
              </a:defRPr>
            </a:lvl4pPr>
            <a:lvl5pPr algn="l">
              <a:defRPr sz="4500" b="1">
                <a:solidFill>
                  <a:srgbClr val="FFFFFF"/>
                </a:solidFill>
                <a:latin typeface="Arial"/>
                <a:ea typeface="Arial"/>
                <a:cs typeface="Arial"/>
              </a:defRPr>
            </a:lvl5pPr>
            <a:lvl6pPr algn="l">
              <a:defRPr sz="4500" b="1">
                <a:solidFill>
                  <a:srgbClr val="FFFFFF"/>
                </a:solidFill>
                <a:latin typeface="Arial"/>
                <a:ea typeface="Arial"/>
                <a:cs typeface="Arial"/>
              </a:defRPr>
            </a:lvl6pPr>
            <a:lvl7pPr algn="l">
              <a:defRPr sz="4500" b="1">
                <a:solidFill>
                  <a:srgbClr val="FFFFFF"/>
                </a:solidFill>
                <a:latin typeface="Arial"/>
                <a:ea typeface="Arial"/>
                <a:cs typeface="Arial"/>
              </a:defRPr>
            </a:lvl7pPr>
            <a:lvl8pPr algn="l">
              <a:defRPr sz="4500" b="1">
                <a:solidFill>
                  <a:srgbClr val="FFFFFF"/>
                </a:solidFill>
                <a:latin typeface="Arial"/>
                <a:ea typeface="Arial"/>
                <a:cs typeface="Arial"/>
              </a:defRPr>
            </a:lvl8pPr>
            <a:lvl9pPr algn="l">
              <a:defRPr sz="4500" b="1">
                <a:solidFill>
                  <a:srgbClr val="FFFFFF"/>
                </a:solidFill>
                <a:latin typeface="Arial"/>
                <a:ea typeface="Arial"/>
                <a:cs typeface="Arial"/>
              </a:defRPr>
            </a:lvl9pPr>
          </a:lstStyle>
          <a:p xmlns:a="http://schemas.openxmlformats.org/drawingml/2006/main">
            <a:pPr algn="l">
              <a:defRPr sz="4500" b="1">
                <a:solidFill>
                  <a:srgbClr val="FFFFFF"/>
                </a:solidFill>
                <a:latin typeface="Arial"/>
                <a:ea typeface="Arial"/>
                <a:cs typeface="Arial"/>
              </a:defRPr>
            </a:pPr>
            <a:r>
              <a:rPr sz="4500" b="1">
                <a:solidFill>
                  <a:srgbClr val="FFFFFF"/>
                </a:solidFill>
                <a:latin typeface="Arial"/>
                <a:ea typeface="Arial"/>
                <a:cs typeface="Arial"/>
              </a:rPr>
              <a:t>Shared memory for</a:t>
            </a:r>
          </a:p>
          <a:p xmlns:a="http://schemas.openxmlformats.org/drawingml/2006/main">
            <a:pPr algn="l">
              <a:defRPr sz="4500" b="1">
                <a:solidFill>
                  <a:srgbClr val="FFFFFF"/>
                </a:solidFill>
                <a:latin typeface="Arial"/>
                <a:ea typeface="Arial"/>
                <a:cs typeface="Arial"/>
              </a:defRPr>
            </a:pPr>
            <a:r>
              <a:rPr sz="4500" b="1">
                <a:solidFill>
                  <a:srgbClr val="FFFFFF"/>
                </a:solidFill>
                <a:latin typeface="Arial"/>
                <a:ea typeface="Arial"/>
                <a:cs typeface="Arial"/>
              </a:rPr>
              <a:t>travel planning agents</a:t>
            </a:r>
          </a:p>
        </p:txBody>
      </p:sp>
      <p:sp>
        <p:nvSpPr>
          <p:cNvPr id="7" name="Current trip requirements, source evidence&#10;and visible agent">
            <a:extLst xmlns:a="http://schemas.openxmlformats.org/drawingml/2006/main">
              <a:ext uri="{FF2B5EF4-FFF2-40B4-BE49-F238E27FC236}">
                <a16:creationId xmlns:a16="http://schemas.microsoft.com/office/drawing/2014/main" id="{F2AA26E9-99AE-4B65-A775-614AF6FF0602}"/>
              </a:ext>
            </a:extLst>
          </p:cNvPr>
          <p:cNvSpPr>
            <a:spLocks xmlns:a="http://schemas.openxmlformats.org/drawingml/2006/main" noGrp="1"/>
          </p:cNvSpPr>
          <p:nvPr/>
        </p:nvSpPr>
        <p:spPr>
          <a:xfrm xmlns:a="http://schemas.openxmlformats.org/drawingml/2006/main">
            <a:off x="685800" y="4267200"/>
            <a:ext cx="6286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A9C0CE"/>
                </a:solidFill>
                <a:latin typeface="Arial"/>
                <a:ea typeface="Arial"/>
                <a:cs typeface="Arial"/>
              </a:defRPr>
            </a:defPPr>
            <a:lvl1pPr algn="l">
              <a:defRPr sz="2250" b="0">
                <a:solidFill>
                  <a:srgbClr val="A9C0CE"/>
                </a:solidFill>
                <a:latin typeface="Arial"/>
                <a:ea typeface="Arial"/>
                <a:cs typeface="Arial"/>
              </a:defRPr>
            </a:lvl1pPr>
            <a:lvl2pPr algn="l">
              <a:defRPr sz="2250" b="0">
                <a:solidFill>
                  <a:srgbClr val="A9C0CE"/>
                </a:solidFill>
                <a:latin typeface="Arial"/>
                <a:ea typeface="Arial"/>
                <a:cs typeface="Arial"/>
              </a:defRPr>
            </a:lvl2pPr>
            <a:lvl3pPr algn="l">
              <a:defRPr sz="2250" b="0">
                <a:solidFill>
                  <a:srgbClr val="A9C0CE"/>
                </a:solidFill>
                <a:latin typeface="Arial"/>
                <a:ea typeface="Arial"/>
                <a:cs typeface="Arial"/>
              </a:defRPr>
            </a:lvl3pPr>
            <a:lvl4pPr algn="l">
              <a:defRPr sz="2250" b="0">
                <a:solidFill>
                  <a:srgbClr val="A9C0CE"/>
                </a:solidFill>
                <a:latin typeface="Arial"/>
                <a:ea typeface="Arial"/>
                <a:cs typeface="Arial"/>
              </a:defRPr>
            </a:lvl4pPr>
            <a:lvl5pPr algn="l">
              <a:defRPr sz="2250" b="0">
                <a:solidFill>
                  <a:srgbClr val="A9C0CE"/>
                </a:solidFill>
                <a:latin typeface="Arial"/>
                <a:ea typeface="Arial"/>
                <a:cs typeface="Arial"/>
              </a:defRPr>
            </a:lvl5pPr>
            <a:lvl6pPr algn="l">
              <a:defRPr sz="2250" b="0">
                <a:solidFill>
                  <a:srgbClr val="A9C0CE"/>
                </a:solidFill>
                <a:latin typeface="Arial"/>
                <a:ea typeface="Arial"/>
                <a:cs typeface="Arial"/>
              </a:defRPr>
            </a:lvl6pPr>
            <a:lvl7pPr algn="l">
              <a:defRPr sz="2250" b="0">
                <a:solidFill>
                  <a:srgbClr val="A9C0CE"/>
                </a:solidFill>
                <a:latin typeface="Arial"/>
                <a:ea typeface="Arial"/>
                <a:cs typeface="Arial"/>
              </a:defRPr>
            </a:lvl7pPr>
            <a:lvl8pPr algn="l">
              <a:defRPr sz="2250" b="0">
                <a:solidFill>
                  <a:srgbClr val="A9C0CE"/>
                </a:solidFill>
                <a:latin typeface="Arial"/>
                <a:ea typeface="Arial"/>
                <a:cs typeface="Arial"/>
              </a:defRPr>
            </a:lvl8pPr>
            <a:lvl9pPr algn="l">
              <a:defRPr sz="2250" b="0">
                <a:solidFill>
                  <a:srgbClr val="A9C0CE"/>
                </a:solidFill>
                <a:latin typeface="Arial"/>
                <a:ea typeface="Arial"/>
                <a:cs typeface="Arial"/>
              </a:defRPr>
            </a:lvl9pPr>
          </a:lstStyle>
          <a:p xmlns:a="http://schemas.openxmlformats.org/drawingml/2006/main">
            <a:pPr algn="l">
              <a:defRPr sz="2250" b="0">
                <a:solidFill>
                  <a:srgbClr val="A9C0CE"/>
                </a:solidFill>
                <a:latin typeface="Arial"/>
                <a:ea typeface="Arial"/>
                <a:cs typeface="Arial"/>
              </a:defRPr>
            </a:pPr>
            <a:r>
              <a:rPr sz="2250" b="0">
                <a:solidFill>
                  <a:srgbClr val="A9C0CE"/>
                </a:solidFill>
                <a:latin typeface="Arial"/>
                <a:ea typeface="Arial"/>
                <a:cs typeface="Arial"/>
              </a:rPr>
              <a:t>Current trip requirements, source evidence</a:t>
            </a:r>
          </a:p>
          <a:p xmlns:a="http://schemas.openxmlformats.org/drawingml/2006/main">
            <a:pPr algn="l">
              <a:defRPr sz="2250" b="0">
                <a:solidFill>
                  <a:srgbClr val="A9C0CE"/>
                </a:solidFill>
                <a:latin typeface="Arial"/>
                <a:ea typeface="Arial"/>
                <a:cs typeface="Arial"/>
              </a:defRPr>
            </a:pPr>
            <a:r>
              <a:rPr sz="2250" b="0">
                <a:solidFill>
                  <a:srgbClr val="A9C0CE"/>
                </a:solidFill>
                <a:latin typeface="Arial"/>
                <a:ea typeface="Arial"/>
                <a:cs typeface="Arial"/>
              </a:rPr>
              <a:t>and visible agent execution</a:t>
            </a:r>
          </a:p>
        </p:txBody>
      </p:sp>
      <p:pic>
        <p:nvPicPr>
          <p:cNvPr id="8" name="">
            <a:extLst xmlns:a="http://schemas.openxmlformats.org/drawingml/2006/main">
              <a:ext uri="{FF2B5EF4-FFF2-40B4-BE49-F238E27FC236}">
                <a16:creationId xmlns:a16="http://schemas.microsoft.com/office/drawing/2014/main" id="{8995F742-8F94-44BC-93CD-B044057B3BAE}"/>
              </a:ext>
            </a:extLst>
          </p:cNvPr>
          <p:cNvPicPr>
            <a:picLocks xmlns:a="http://schemas.openxmlformats.org/drawingml/2006/main" noChangeAspect="1"/>
          </p:cNvPicPr>
          <p:nvPr/>
        </p:nvPicPr>
        <p:blipFill>
          <a:blip xmlns:r="http://schemas.openxmlformats.org/officeDocument/2006/relationships" xmlns:a="http://schemas.openxmlformats.org/drawingml/2006/main" r:embed="R8dbb0c603c7a430c"/>
          <a:stretch xmlns:a="http://schemas.openxmlformats.org/drawingml/2006/main"/>
        </p:blipFill>
        <p:spPr>
          <a:xfrm xmlns:a="http://schemas.openxmlformats.org/drawingml/2006/main">
            <a:off x="7524750" y="1926431"/>
            <a:ext cx="7048500" cy="4405313"/>
          </a:xfrm>
          <a:prstGeom xmlns:a="http://schemas.openxmlformats.org/drawingml/2006/main" prst="rect">
            <a:avLst/>
          </a:prstGeom>
        </p:spPr>
      </p:pic>
      <p:sp>
        <p:nvSpPr>
          <p:cNvPr id="9" name="Team Unstoppable 4s">
            <a:extLst xmlns:a="http://schemas.openxmlformats.org/drawingml/2006/main">
              <a:ext uri="{FF2B5EF4-FFF2-40B4-BE49-F238E27FC236}">
                <a16:creationId xmlns:a16="http://schemas.microsoft.com/office/drawing/2014/main" id="{1748CF6E-307C-499F-9A7E-3F7B8C63DFF4}"/>
              </a:ext>
            </a:extLst>
          </p:cNvPr>
          <p:cNvSpPr>
            <a:spLocks xmlns:a="http://schemas.openxmlformats.org/drawingml/2006/main" noGrp="1"/>
          </p:cNvSpPr>
          <p:nvPr/>
        </p:nvSpPr>
        <p:spPr>
          <a:xfrm xmlns:a="http://schemas.openxmlformats.org/drawingml/2006/main">
            <a:off x="685800" y="5857875"/>
            <a:ext cx="6286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1">
                <a:solidFill>
                  <a:srgbClr val="FFFFFF"/>
                </a:solidFill>
                <a:latin typeface="Arial"/>
                <a:ea typeface="Arial"/>
                <a:cs typeface="Arial"/>
              </a:defRPr>
            </a:defPPr>
            <a:lvl1pPr algn="l">
              <a:defRPr sz="2550" b="1">
                <a:solidFill>
                  <a:srgbClr val="FFFFFF"/>
                </a:solidFill>
                <a:latin typeface="Arial"/>
                <a:ea typeface="Arial"/>
                <a:cs typeface="Arial"/>
              </a:defRPr>
            </a:lvl1pPr>
            <a:lvl2pPr algn="l">
              <a:defRPr sz="2550" b="1">
                <a:solidFill>
                  <a:srgbClr val="FFFFFF"/>
                </a:solidFill>
                <a:latin typeface="Arial"/>
                <a:ea typeface="Arial"/>
                <a:cs typeface="Arial"/>
              </a:defRPr>
            </a:lvl2pPr>
            <a:lvl3pPr algn="l">
              <a:defRPr sz="2550" b="1">
                <a:solidFill>
                  <a:srgbClr val="FFFFFF"/>
                </a:solidFill>
                <a:latin typeface="Arial"/>
                <a:ea typeface="Arial"/>
                <a:cs typeface="Arial"/>
              </a:defRPr>
            </a:lvl3pPr>
            <a:lvl4pPr algn="l">
              <a:defRPr sz="2550" b="1">
                <a:solidFill>
                  <a:srgbClr val="FFFFFF"/>
                </a:solidFill>
                <a:latin typeface="Arial"/>
                <a:ea typeface="Arial"/>
                <a:cs typeface="Arial"/>
              </a:defRPr>
            </a:lvl4pPr>
            <a:lvl5pPr algn="l">
              <a:defRPr sz="2550" b="1">
                <a:solidFill>
                  <a:srgbClr val="FFFFFF"/>
                </a:solidFill>
                <a:latin typeface="Arial"/>
                <a:ea typeface="Arial"/>
                <a:cs typeface="Arial"/>
              </a:defRPr>
            </a:lvl5pPr>
            <a:lvl6pPr algn="l">
              <a:defRPr sz="2550" b="1">
                <a:solidFill>
                  <a:srgbClr val="FFFFFF"/>
                </a:solidFill>
                <a:latin typeface="Arial"/>
                <a:ea typeface="Arial"/>
                <a:cs typeface="Arial"/>
              </a:defRPr>
            </a:lvl6pPr>
            <a:lvl7pPr algn="l">
              <a:defRPr sz="2550" b="1">
                <a:solidFill>
                  <a:srgbClr val="FFFFFF"/>
                </a:solidFill>
                <a:latin typeface="Arial"/>
                <a:ea typeface="Arial"/>
                <a:cs typeface="Arial"/>
              </a:defRPr>
            </a:lvl7pPr>
            <a:lvl8pPr algn="l">
              <a:defRPr sz="2550" b="1">
                <a:solidFill>
                  <a:srgbClr val="FFFFFF"/>
                </a:solidFill>
                <a:latin typeface="Arial"/>
                <a:ea typeface="Arial"/>
                <a:cs typeface="Arial"/>
              </a:defRPr>
            </a:lvl8pPr>
            <a:lvl9pPr algn="l">
              <a:defRPr sz="2550" b="1">
                <a:solidFill>
                  <a:srgbClr val="FFFFFF"/>
                </a:solidFill>
                <a:latin typeface="Arial"/>
                <a:ea typeface="Arial"/>
                <a:cs typeface="Arial"/>
              </a:defRPr>
            </a:lvl9pPr>
          </a:lstStyle>
          <a:p xmlns:a="http://schemas.openxmlformats.org/drawingml/2006/main">
            <a:pPr algn="l">
              <a:defRPr sz="2550" b="1">
                <a:solidFill>
                  <a:srgbClr val="FFFFFF"/>
                </a:solidFill>
                <a:latin typeface="Arial"/>
                <a:ea typeface="Arial"/>
                <a:cs typeface="Arial"/>
              </a:defRPr>
            </a:pPr>
            <a:r>
              <a:rPr sz="2550" b="1">
                <a:solidFill>
                  <a:srgbClr val="FFFFFF"/>
                </a:solidFill>
                <a:latin typeface="Arial"/>
                <a:ea typeface="Arial"/>
                <a:cs typeface="Arial"/>
              </a:rPr>
              <a:t>Team Unstoppable 4s</a:t>
            </a:r>
          </a:p>
        </p:txBody>
      </p:sp>
      <p:sp>
        <p:nvSpPr>
          <p:cNvPr id="10" name="Leader    Ishmeet Singh">
            <a:extLst xmlns:a="http://schemas.openxmlformats.org/drawingml/2006/main">
              <a:ext uri="{FF2B5EF4-FFF2-40B4-BE49-F238E27FC236}">
                <a16:creationId xmlns:a16="http://schemas.microsoft.com/office/drawing/2014/main" id="{1B147DA3-5BAD-4168-8B13-4B1EBEFF2C49}"/>
              </a:ext>
            </a:extLst>
          </p:cNvPr>
          <p:cNvSpPr>
            <a:spLocks xmlns:a="http://schemas.openxmlformats.org/drawingml/2006/main" noGrp="1"/>
          </p:cNvSpPr>
          <p:nvPr/>
        </p:nvSpPr>
        <p:spPr>
          <a:xfrm xmlns:a="http://schemas.openxmlformats.org/drawingml/2006/main">
            <a:off x="685800" y="6486525"/>
            <a:ext cx="6191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FFFFFF"/>
                </a:solidFill>
                <a:latin typeface="Arial"/>
                <a:ea typeface="Arial"/>
                <a:cs typeface="Arial"/>
              </a:defRPr>
            </a:defPPr>
            <a:lvl1pPr algn="l">
              <a:defRPr sz="2025" b="0">
                <a:solidFill>
                  <a:srgbClr val="FFFFFF"/>
                </a:solidFill>
                <a:latin typeface="Arial"/>
                <a:ea typeface="Arial"/>
                <a:cs typeface="Arial"/>
              </a:defRPr>
            </a:lvl1pPr>
            <a:lvl2pPr algn="l">
              <a:defRPr sz="2025" b="0">
                <a:solidFill>
                  <a:srgbClr val="FFFFFF"/>
                </a:solidFill>
                <a:latin typeface="Arial"/>
                <a:ea typeface="Arial"/>
                <a:cs typeface="Arial"/>
              </a:defRPr>
            </a:lvl2pPr>
            <a:lvl3pPr algn="l">
              <a:defRPr sz="2025" b="0">
                <a:solidFill>
                  <a:srgbClr val="FFFFFF"/>
                </a:solidFill>
                <a:latin typeface="Arial"/>
                <a:ea typeface="Arial"/>
                <a:cs typeface="Arial"/>
              </a:defRPr>
            </a:lvl3pPr>
            <a:lvl4pPr algn="l">
              <a:defRPr sz="2025" b="0">
                <a:solidFill>
                  <a:srgbClr val="FFFFFF"/>
                </a:solidFill>
                <a:latin typeface="Arial"/>
                <a:ea typeface="Arial"/>
                <a:cs typeface="Arial"/>
              </a:defRPr>
            </a:lvl4pPr>
            <a:lvl5pPr algn="l">
              <a:defRPr sz="2025" b="0">
                <a:solidFill>
                  <a:srgbClr val="FFFFFF"/>
                </a:solidFill>
                <a:latin typeface="Arial"/>
                <a:ea typeface="Arial"/>
                <a:cs typeface="Arial"/>
              </a:defRPr>
            </a:lvl5pPr>
            <a:lvl6pPr algn="l">
              <a:defRPr sz="2025" b="0">
                <a:solidFill>
                  <a:srgbClr val="FFFFFF"/>
                </a:solidFill>
                <a:latin typeface="Arial"/>
                <a:ea typeface="Arial"/>
                <a:cs typeface="Arial"/>
              </a:defRPr>
            </a:lvl6pPr>
            <a:lvl7pPr algn="l">
              <a:defRPr sz="2025" b="0">
                <a:solidFill>
                  <a:srgbClr val="FFFFFF"/>
                </a:solidFill>
                <a:latin typeface="Arial"/>
                <a:ea typeface="Arial"/>
                <a:cs typeface="Arial"/>
              </a:defRPr>
            </a:lvl7pPr>
            <a:lvl8pPr algn="l">
              <a:defRPr sz="2025" b="0">
                <a:solidFill>
                  <a:srgbClr val="FFFFFF"/>
                </a:solidFill>
                <a:latin typeface="Arial"/>
                <a:ea typeface="Arial"/>
                <a:cs typeface="Arial"/>
              </a:defRPr>
            </a:lvl8pPr>
            <a:lvl9pPr algn="l">
              <a:defRPr sz="2025" b="0">
                <a:solidFill>
                  <a:srgbClr val="FFFFFF"/>
                </a:solidFill>
                <a:latin typeface="Arial"/>
                <a:ea typeface="Arial"/>
                <a:cs typeface="Arial"/>
              </a:defRPr>
            </a:lvl9pPr>
          </a:lstStyle>
          <a:p xmlns:a="http://schemas.openxmlformats.org/drawingml/2006/main">
            <a:pPr algn="l">
              <a:defRPr sz="2025" b="0">
                <a:solidFill>
                  <a:srgbClr val="FFFFFF"/>
                </a:solidFill>
                <a:latin typeface="Arial"/>
                <a:ea typeface="Arial"/>
                <a:cs typeface="Arial"/>
              </a:defRPr>
            </a:pPr>
            <a:r>
              <a:rPr sz="2025" b="0">
                <a:solidFill>
                  <a:srgbClr val="FFFFFF"/>
                </a:solidFill>
                <a:latin typeface="Arial"/>
                <a:ea typeface="Arial"/>
                <a:cs typeface="Arial"/>
              </a:rPr>
              <a:t>Leader    Ishmeet Singh</a:t>
            </a:r>
          </a:p>
        </p:txBody>
      </p:sp>
      <p:sp>
        <p:nvSpPr>
          <p:cNvPr id="11" name="Member   Vansh Varshney">
            <a:extLst xmlns:a="http://schemas.openxmlformats.org/drawingml/2006/main">
              <a:ext uri="{FF2B5EF4-FFF2-40B4-BE49-F238E27FC236}">
                <a16:creationId xmlns:a16="http://schemas.microsoft.com/office/drawing/2014/main" id="{5784FB22-F27A-4EFB-B2ED-6A75B9E3D9C4}"/>
              </a:ext>
            </a:extLst>
          </p:cNvPr>
          <p:cNvSpPr>
            <a:spLocks xmlns:a="http://schemas.openxmlformats.org/drawingml/2006/main" noGrp="1"/>
          </p:cNvSpPr>
          <p:nvPr/>
        </p:nvSpPr>
        <p:spPr>
          <a:xfrm xmlns:a="http://schemas.openxmlformats.org/drawingml/2006/main">
            <a:off x="685800" y="6924675"/>
            <a:ext cx="6191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A9C0CE"/>
                </a:solidFill>
                <a:latin typeface="Arial"/>
                <a:ea typeface="Arial"/>
                <a:cs typeface="Arial"/>
              </a:defRPr>
            </a:defPPr>
            <a:lvl1pPr algn="l">
              <a:defRPr sz="2025" b="0">
                <a:solidFill>
                  <a:srgbClr val="A9C0CE"/>
                </a:solidFill>
                <a:latin typeface="Arial"/>
                <a:ea typeface="Arial"/>
                <a:cs typeface="Arial"/>
              </a:defRPr>
            </a:lvl1pPr>
            <a:lvl2pPr algn="l">
              <a:defRPr sz="2025" b="0">
                <a:solidFill>
                  <a:srgbClr val="A9C0CE"/>
                </a:solidFill>
                <a:latin typeface="Arial"/>
                <a:ea typeface="Arial"/>
                <a:cs typeface="Arial"/>
              </a:defRPr>
            </a:lvl2pPr>
            <a:lvl3pPr algn="l">
              <a:defRPr sz="2025" b="0">
                <a:solidFill>
                  <a:srgbClr val="A9C0CE"/>
                </a:solidFill>
                <a:latin typeface="Arial"/>
                <a:ea typeface="Arial"/>
                <a:cs typeface="Arial"/>
              </a:defRPr>
            </a:lvl3pPr>
            <a:lvl4pPr algn="l">
              <a:defRPr sz="2025" b="0">
                <a:solidFill>
                  <a:srgbClr val="A9C0CE"/>
                </a:solidFill>
                <a:latin typeface="Arial"/>
                <a:ea typeface="Arial"/>
                <a:cs typeface="Arial"/>
              </a:defRPr>
            </a:lvl4pPr>
            <a:lvl5pPr algn="l">
              <a:defRPr sz="2025" b="0">
                <a:solidFill>
                  <a:srgbClr val="A9C0CE"/>
                </a:solidFill>
                <a:latin typeface="Arial"/>
                <a:ea typeface="Arial"/>
                <a:cs typeface="Arial"/>
              </a:defRPr>
            </a:lvl5pPr>
            <a:lvl6pPr algn="l">
              <a:defRPr sz="2025" b="0">
                <a:solidFill>
                  <a:srgbClr val="A9C0CE"/>
                </a:solidFill>
                <a:latin typeface="Arial"/>
                <a:ea typeface="Arial"/>
                <a:cs typeface="Arial"/>
              </a:defRPr>
            </a:lvl6pPr>
            <a:lvl7pPr algn="l">
              <a:defRPr sz="2025" b="0">
                <a:solidFill>
                  <a:srgbClr val="A9C0CE"/>
                </a:solidFill>
                <a:latin typeface="Arial"/>
                <a:ea typeface="Arial"/>
                <a:cs typeface="Arial"/>
              </a:defRPr>
            </a:lvl7pPr>
            <a:lvl8pPr algn="l">
              <a:defRPr sz="2025" b="0">
                <a:solidFill>
                  <a:srgbClr val="A9C0CE"/>
                </a:solidFill>
                <a:latin typeface="Arial"/>
                <a:ea typeface="Arial"/>
                <a:cs typeface="Arial"/>
              </a:defRPr>
            </a:lvl8pPr>
            <a:lvl9pPr algn="l">
              <a:defRPr sz="2025" b="0">
                <a:solidFill>
                  <a:srgbClr val="A9C0CE"/>
                </a:solidFill>
                <a:latin typeface="Arial"/>
                <a:ea typeface="Arial"/>
                <a:cs typeface="Arial"/>
              </a:defRPr>
            </a:lvl9pPr>
          </a:lstStyle>
          <a:p xmlns:a="http://schemas.openxmlformats.org/drawingml/2006/main">
            <a:pPr algn="l">
              <a:defRPr sz="2025" b="0">
                <a:solidFill>
                  <a:srgbClr val="A9C0CE"/>
                </a:solidFill>
                <a:latin typeface="Arial"/>
                <a:ea typeface="Arial"/>
                <a:cs typeface="Arial"/>
              </a:defRPr>
            </a:pPr>
            <a:r>
              <a:rPr sz="2025" b="0">
                <a:solidFill>
                  <a:srgbClr val="A9C0CE"/>
                </a:solidFill>
                <a:latin typeface="Arial"/>
                <a:ea typeface="Arial"/>
                <a:cs typeface="Arial"/>
              </a:rPr>
              <a:t>Member   Vansh Varshney</a:t>
            </a:r>
          </a:p>
        </p:txBody>
      </p:sp>
      <p:sp>
        <p:nvSpPr>
          <p:cNvPr id="12" name="Member   Aarush Srivastava">
            <a:extLst xmlns:a="http://schemas.openxmlformats.org/drawingml/2006/main">
              <a:ext uri="{FF2B5EF4-FFF2-40B4-BE49-F238E27FC236}">
                <a16:creationId xmlns:a16="http://schemas.microsoft.com/office/drawing/2014/main" id="{8FF0ECF3-588F-4580-994E-A3FF267F6F89}"/>
              </a:ext>
            </a:extLst>
          </p:cNvPr>
          <p:cNvSpPr>
            <a:spLocks xmlns:a="http://schemas.openxmlformats.org/drawingml/2006/main" noGrp="1"/>
          </p:cNvSpPr>
          <p:nvPr/>
        </p:nvSpPr>
        <p:spPr>
          <a:xfrm xmlns:a="http://schemas.openxmlformats.org/drawingml/2006/main">
            <a:off x="685800" y="7362825"/>
            <a:ext cx="6191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A9C0CE"/>
                </a:solidFill>
                <a:latin typeface="Arial"/>
                <a:ea typeface="Arial"/>
                <a:cs typeface="Arial"/>
              </a:defRPr>
            </a:defPPr>
            <a:lvl1pPr algn="l">
              <a:defRPr sz="2025" b="0">
                <a:solidFill>
                  <a:srgbClr val="A9C0CE"/>
                </a:solidFill>
                <a:latin typeface="Arial"/>
                <a:ea typeface="Arial"/>
                <a:cs typeface="Arial"/>
              </a:defRPr>
            </a:lvl1pPr>
            <a:lvl2pPr algn="l">
              <a:defRPr sz="2025" b="0">
                <a:solidFill>
                  <a:srgbClr val="A9C0CE"/>
                </a:solidFill>
                <a:latin typeface="Arial"/>
                <a:ea typeface="Arial"/>
                <a:cs typeface="Arial"/>
              </a:defRPr>
            </a:lvl2pPr>
            <a:lvl3pPr algn="l">
              <a:defRPr sz="2025" b="0">
                <a:solidFill>
                  <a:srgbClr val="A9C0CE"/>
                </a:solidFill>
                <a:latin typeface="Arial"/>
                <a:ea typeface="Arial"/>
                <a:cs typeface="Arial"/>
              </a:defRPr>
            </a:lvl3pPr>
            <a:lvl4pPr algn="l">
              <a:defRPr sz="2025" b="0">
                <a:solidFill>
                  <a:srgbClr val="A9C0CE"/>
                </a:solidFill>
                <a:latin typeface="Arial"/>
                <a:ea typeface="Arial"/>
                <a:cs typeface="Arial"/>
              </a:defRPr>
            </a:lvl4pPr>
            <a:lvl5pPr algn="l">
              <a:defRPr sz="2025" b="0">
                <a:solidFill>
                  <a:srgbClr val="A9C0CE"/>
                </a:solidFill>
                <a:latin typeface="Arial"/>
                <a:ea typeface="Arial"/>
                <a:cs typeface="Arial"/>
              </a:defRPr>
            </a:lvl5pPr>
            <a:lvl6pPr algn="l">
              <a:defRPr sz="2025" b="0">
                <a:solidFill>
                  <a:srgbClr val="A9C0CE"/>
                </a:solidFill>
                <a:latin typeface="Arial"/>
                <a:ea typeface="Arial"/>
                <a:cs typeface="Arial"/>
              </a:defRPr>
            </a:lvl6pPr>
            <a:lvl7pPr algn="l">
              <a:defRPr sz="2025" b="0">
                <a:solidFill>
                  <a:srgbClr val="A9C0CE"/>
                </a:solidFill>
                <a:latin typeface="Arial"/>
                <a:ea typeface="Arial"/>
                <a:cs typeface="Arial"/>
              </a:defRPr>
            </a:lvl7pPr>
            <a:lvl8pPr algn="l">
              <a:defRPr sz="2025" b="0">
                <a:solidFill>
                  <a:srgbClr val="A9C0CE"/>
                </a:solidFill>
                <a:latin typeface="Arial"/>
                <a:ea typeface="Arial"/>
                <a:cs typeface="Arial"/>
              </a:defRPr>
            </a:lvl8pPr>
            <a:lvl9pPr algn="l">
              <a:defRPr sz="2025" b="0">
                <a:solidFill>
                  <a:srgbClr val="A9C0CE"/>
                </a:solidFill>
                <a:latin typeface="Arial"/>
                <a:ea typeface="Arial"/>
                <a:cs typeface="Arial"/>
              </a:defRPr>
            </a:lvl9pPr>
          </a:lstStyle>
          <a:p xmlns:a="http://schemas.openxmlformats.org/drawingml/2006/main">
            <a:pPr algn="l">
              <a:defRPr sz="2025" b="0">
                <a:solidFill>
                  <a:srgbClr val="A9C0CE"/>
                </a:solidFill>
                <a:latin typeface="Arial"/>
                <a:ea typeface="Arial"/>
                <a:cs typeface="Arial"/>
              </a:defRPr>
            </a:pPr>
            <a:r>
              <a:rPr sz="2025" b="0">
                <a:solidFill>
                  <a:srgbClr val="A9C0CE"/>
                </a:solidFill>
                <a:latin typeface="Arial"/>
                <a:ea typeface="Arial"/>
                <a:cs typeface="Arial"/>
              </a:rPr>
              <a:t>Member   Aarush Srivastava</a:t>
            </a:r>
          </a:p>
        </p:txBody>
      </p:sp>
    </p:spTree>
    <p:extLst>
      <p:ext uri="{BB962C8B-B14F-4D97-AF65-F5344CB8AC3E}">
        <p14:creationId xmlns:p14="http://schemas.microsoft.com/office/powerpoint/2010/main" val="68102195"/>
      </p:ext>
    </p:extLst>
  </p:cSld>
</p:sld>
</file>

<file path=ppt/slides/slide2.xml><?xml version="1.0" encoding="utf-8"?>
<p:sld xmlns:p="http://schemas.openxmlformats.org/presentationml/2006/main">
  <p:cSld>
    <p:bg>
      <p:bgPr>
        <a:solidFill xmlns:a="http://schemas.openxmlformats.org/drawingml/2006/main">
          <a:srgbClr val="FAF7F0"/>
        </a:solidFill>
      </p:bgPr>
    </p:bg>
    <p:spTree>
      <p:nvGrpSpPr>
        <p:cNvPr id="1" name=""/>
        <p:cNvGrpSpPr/>
        <p:nvPr/>
      </p:nvGrpSpPr>
      <p:grpSpPr>
        <a:xfrm xmlns:a="http://schemas.openxmlformats.org/drawingml/2006/main"/>
      </p:grpSpPr>
      <p:sp>
        <p:nvSpPr>
          <p:cNvPr id="16" name="Travel plans change after the first prompt">
            <a:extLst xmlns:a="http://schemas.openxmlformats.org/drawingml/2006/main">
              <a:ext uri="{FF2B5EF4-FFF2-40B4-BE49-F238E27FC236}">
                <a16:creationId xmlns:a16="http://schemas.microsoft.com/office/drawing/2014/main" id="{072FC39E-7A6E-44E6-B011-47DC018454C2}"/>
              </a:ext>
            </a:extLst>
          </p:cNvPr>
          <p:cNvSpPr>
            <a:spLocks xmlns:a="http://schemas.openxmlformats.org/drawingml/2006/main" noGrp="1"/>
          </p:cNvSpPr>
          <p:nvPr/>
        </p:nvSpPr>
        <p:spPr>
          <a:xfrm xmlns:a="http://schemas.openxmlformats.org/drawingml/2006/main">
            <a:off x="666750" y="571500"/>
            <a:ext cx="139065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750" b="1">
                <a:solidFill>
                  <a:srgbClr val="102D45"/>
                </a:solidFill>
                <a:latin typeface="Arial"/>
                <a:ea typeface="Arial"/>
                <a:cs typeface="Arial"/>
              </a:defRPr>
            </a:defPPr>
            <a:lvl1pPr algn="l">
              <a:defRPr sz="3750" b="1">
                <a:solidFill>
                  <a:srgbClr val="102D45"/>
                </a:solidFill>
                <a:latin typeface="Arial"/>
                <a:ea typeface="Arial"/>
                <a:cs typeface="Arial"/>
              </a:defRPr>
            </a:lvl1pPr>
            <a:lvl2pPr algn="l">
              <a:defRPr sz="3750" b="1">
                <a:solidFill>
                  <a:srgbClr val="102D45"/>
                </a:solidFill>
                <a:latin typeface="Arial"/>
                <a:ea typeface="Arial"/>
                <a:cs typeface="Arial"/>
              </a:defRPr>
            </a:lvl2pPr>
            <a:lvl3pPr algn="l">
              <a:defRPr sz="3750" b="1">
                <a:solidFill>
                  <a:srgbClr val="102D45"/>
                </a:solidFill>
                <a:latin typeface="Arial"/>
                <a:ea typeface="Arial"/>
                <a:cs typeface="Arial"/>
              </a:defRPr>
            </a:lvl3pPr>
            <a:lvl4pPr algn="l">
              <a:defRPr sz="3750" b="1">
                <a:solidFill>
                  <a:srgbClr val="102D45"/>
                </a:solidFill>
                <a:latin typeface="Arial"/>
                <a:ea typeface="Arial"/>
                <a:cs typeface="Arial"/>
              </a:defRPr>
            </a:lvl4pPr>
            <a:lvl5pPr algn="l">
              <a:defRPr sz="3750" b="1">
                <a:solidFill>
                  <a:srgbClr val="102D45"/>
                </a:solidFill>
                <a:latin typeface="Arial"/>
                <a:ea typeface="Arial"/>
                <a:cs typeface="Arial"/>
              </a:defRPr>
            </a:lvl5pPr>
            <a:lvl6pPr algn="l">
              <a:defRPr sz="3750" b="1">
                <a:solidFill>
                  <a:srgbClr val="102D45"/>
                </a:solidFill>
                <a:latin typeface="Arial"/>
                <a:ea typeface="Arial"/>
                <a:cs typeface="Arial"/>
              </a:defRPr>
            </a:lvl6pPr>
            <a:lvl7pPr algn="l">
              <a:defRPr sz="3750" b="1">
                <a:solidFill>
                  <a:srgbClr val="102D45"/>
                </a:solidFill>
                <a:latin typeface="Arial"/>
                <a:ea typeface="Arial"/>
                <a:cs typeface="Arial"/>
              </a:defRPr>
            </a:lvl7pPr>
            <a:lvl8pPr algn="l">
              <a:defRPr sz="3750" b="1">
                <a:solidFill>
                  <a:srgbClr val="102D45"/>
                </a:solidFill>
                <a:latin typeface="Arial"/>
                <a:ea typeface="Arial"/>
                <a:cs typeface="Arial"/>
              </a:defRPr>
            </a:lvl8pPr>
            <a:lvl9pPr algn="l">
              <a:defRPr sz="3750" b="1">
                <a:solidFill>
                  <a:srgbClr val="102D45"/>
                </a:solidFill>
                <a:latin typeface="Arial"/>
                <a:ea typeface="Arial"/>
                <a:cs typeface="Arial"/>
              </a:defRPr>
            </a:lvl9pPr>
          </a:lstStyle>
          <a:p xmlns:a="http://schemas.openxmlformats.org/drawingml/2006/main">
            <a:pPr algn="l">
              <a:defRPr sz="3750" b="1">
                <a:solidFill>
                  <a:srgbClr val="102D45"/>
                </a:solidFill>
                <a:latin typeface="Arial"/>
                <a:ea typeface="Arial"/>
                <a:cs typeface="Arial"/>
              </a:defRPr>
            </a:pPr>
            <a:r>
              <a:rPr sz="3750" b="1">
                <a:solidFill>
                  <a:srgbClr val="102D45"/>
                </a:solidFill>
                <a:latin typeface="Arial"/>
                <a:ea typeface="Arial"/>
                <a:cs typeface="Arial"/>
              </a:rPr>
              <a:t>Travel plans change after the first prompt</a:t>
            </a:r>
          </a:p>
        </p:txBody>
      </p:sp>
      <p:sp>
        <p:nvSpPr>
          <p:cNvPr id="2" name="">
            <a:extLst xmlns:a="http://schemas.openxmlformats.org/drawingml/2006/main">
              <a:ext uri="{FF2B5EF4-FFF2-40B4-BE49-F238E27FC236}">
                <a16:creationId xmlns:a16="http://schemas.microsoft.com/office/drawing/2014/main" id="{C5C3C059-F2A0-4FD2-B619-C8DA80076D76}"/>
              </a:ext>
            </a:extLst>
          </p:cNvPr>
          <p:cNvSpPr>
            <a:spLocks xmlns:a="http://schemas.openxmlformats.org/drawingml/2006/main" noGrp="1"/>
          </p:cNvSpPr>
          <p:nvPr/>
        </p:nvSpPr>
        <p:spPr>
          <a:xfrm xmlns:a="http://schemas.openxmlformats.org/drawingml/2006/main">
            <a:off x="666750" y="7905750"/>
            <a:ext cx="13906500" cy="0"/>
          </a:xfrm>
          <a:prstGeom xmlns:a="http://schemas.openxmlformats.org/drawingml/2006/main" prst="line">
            <a:avLst/>
          </a:prstGeom>
          <a:ln xmlns:a="http://schemas.openxmlformats.org/drawingml/2006/main" w="13335">
            <a:solidFill>
              <a:srgbClr val="C9D3DA"/>
            </a:solidFill>
          </a:ln>
        </p:spPr>
      </p:sp>
      <p:sp>
        <p:nvSpPr>
          <p:cNvPr id="3" name="UNSTOPPABLE 4s">
            <a:extLst xmlns:a="http://schemas.openxmlformats.org/drawingml/2006/main">
              <a:ext uri="{FF2B5EF4-FFF2-40B4-BE49-F238E27FC236}">
                <a16:creationId xmlns:a16="http://schemas.microsoft.com/office/drawing/2014/main" id="{1E212E1F-B67C-4665-BB67-D7597EA64B13}"/>
              </a:ext>
            </a:extLst>
          </p:cNvPr>
          <p:cNvSpPr>
            <a:spLocks xmlns:a="http://schemas.openxmlformats.org/drawingml/2006/main" noGrp="1"/>
          </p:cNvSpPr>
          <p:nvPr/>
        </p:nvSpPr>
        <p:spPr>
          <a:xfrm xmlns:a="http://schemas.openxmlformats.org/drawingml/2006/main">
            <a:off x="666750" y="8096250"/>
            <a:ext cx="5334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1">
                <a:solidFill>
                  <a:srgbClr val="53697A"/>
                </a:solidFill>
                <a:latin typeface="Arial"/>
                <a:ea typeface="Arial"/>
                <a:cs typeface="Arial"/>
              </a:defRPr>
            </a:defPPr>
            <a:lvl1pPr algn="l">
              <a:defRPr sz="1275" b="1">
                <a:solidFill>
                  <a:srgbClr val="53697A"/>
                </a:solidFill>
                <a:latin typeface="Arial"/>
                <a:ea typeface="Arial"/>
                <a:cs typeface="Arial"/>
              </a:defRPr>
            </a:lvl1pPr>
            <a:lvl2pPr algn="l">
              <a:defRPr sz="1275" b="1">
                <a:solidFill>
                  <a:srgbClr val="53697A"/>
                </a:solidFill>
                <a:latin typeface="Arial"/>
                <a:ea typeface="Arial"/>
                <a:cs typeface="Arial"/>
              </a:defRPr>
            </a:lvl2pPr>
            <a:lvl3pPr algn="l">
              <a:defRPr sz="1275" b="1">
                <a:solidFill>
                  <a:srgbClr val="53697A"/>
                </a:solidFill>
                <a:latin typeface="Arial"/>
                <a:ea typeface="Arial"/>
                <a:cs typeface="Arial"/>
              </a:defRPr>
            </a:lvl3pPr>
            <a:lvl4pPr algn="l">
              <a:defRPr sz="1275" b="1">
                <a:solidFill>
                  <a:srgbClr val="53697A"/>
                </a:solidFill>
                <a:latin typeface="Arial"/>
                <a:ea typeface="Arial"/>
                <a:cs typeface="Arial"/>
              </a:defRPr>
            </a:lvl4pPr>
            <a:lvl5pPr algn="l">
              <a:defRPr sz="1275" b="1">
                <a:solidFill>
                  <a:srgbClr val="53697A"/>
                </a:solidFill>
                <a:latin typeface="Arial"/>
                <a:ea typeface="Arial"/>
                <a:cs typeface="Arial"/>
              </a:defRPr>
            </a:lvl5pPr>
            <a:lvl6pPr algn="l">
              <a:defRPr sz="1275" b="1">
                <a:solidFill>
                  <a:srgbClr val="53697A"/>
                </a:solidFill>
                <a:latin typeface="Arial"/>
                <a:ea typeface="Arial"/>
                <a:cs typeface="Arial"/>
              </a:defRPr>
            </a:lvl6pPr>
            <a:lvl7pPr algn="l">
              <a:defRPr sz="1275" b="1">
                <a:solidFill>
                  <a:srgbClr val="53697A"/>
                </a:solidFill>
                <a:latin typeface="Arial"/>
                <a:ea typeface="Arial"/>
                <a:cs typeface="Arial"/>
              </a:defRPr>
            </a:lvl7pPr>
            <a:lvl8pPr algn="l">
              <a:defRPr sz="1275" b="1">
                <a:solidFill>
                  <a:srgbClr val="53697A"/>
                </a:solidFill>
                <a:latin typeface="Arial"/>
                <a:ea typeface="Arial"/>
                <a:cs typeface="Arial"/>
              </a:defRPr>
            </a:lvl8pPr>
            <a:lvl9pPr algn="l">
              <a:defRPr sz="1275" b="1">
                <a:solidFill>
                  <a:srgbClr val="53697A"/>
                </a:solidFill>
                <a:latin typeface="Arial"/>
                <a:ea typeface="Arial"/>
                <a:cs typeface="Arial"/>
              </a:defRPr>
            </a:lvl9pPr>
          </a:lstStyle>
          <a:p xmlns:a="http://schemas.openxmlformats.org/drawingml/2006/main">
            <a:pPr algn="l">
              <a:defRPr sz="1275" b="1">
                <a:solidFill>
                  <a:srgbClr val="53697A"/>
                </a:solidFill>
                <a:latin typeface="Arial"/>
                <a:ea typeface="Arial"/>
                <a:cs typeface="Arial"/>
              </a:defRPr>
            </a:pPr>
            <a:r>
              <a:rPr sz="1275" b="1">
                <a:solidFill>
                  <a:srgbClr val="53697A"/>
                </a:solidFill>
                <a:latin typeface="Arial"/>
                <a:ea typeface="Arial"/>
                <a:cs typeface="Arial"/>
              </a:rPr>
              <a:t>UNSTOPPABLE 4s</a:t>
            </a:r>
          </a:p>
        </p:txBody>
      </p:sp>
      <p:sp>
        <p:nvSpPr>
          <p:cNvPr id="4" name="02 / 08">
            <a:extLst xmlns:a="http://schemas.openxmlformats.org/drawingml/2006/main">
              <a:ext uri="{FF2B5EF4-FFF2-40B4-BE49-F238E27FC236}">
                <a16:creationId xmlns:a16="http://schemas.microsoft.com/office/drawing/2014/main" id="{EB26905F-17D8-42D1-A983-18E8335A41E8}"/>
              </a:ext>
            </a:extLst>
          </p:cNvPr>
          <p:cNvSpPr>
            <a:spLocks xmlns:a="http://schemas.openxmlformats.org/drawingml/2006/main" noGrp="1"/>
          </p:cNvSpPr>
          <p:nvPr/>
        </p:nvSpPr>
        <p:spPr>
          <a:xfrm xmlns:a="http://schemas.openxmlformats.org/drawingml/2006/main">
            <a:off x="13430250" y="8096250"/>
            <a:ext cx="1143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3697A"/>
                </a:solidFill>
                <a:latin typeface="Arial"/>
                <a:ea typeface="Arial"/>
                <a:cs typeface="Arial"/>
              </a:defRPr>
            </a:defPPr>
            <a:lvl1pPr algn="r">
              <a:defRPr sz="1275" b="0">
                <a:solidFill>
                  <a:srgbClr val="53697A"/>
                </a:solidFill>
                <a:latin typeface="Arial"/>
                <a:ea typeface="Arial"/>
                <a:cs typeface="Arial"/>
              </a:defRPr>
            </a:lvl1pPr>
            <a:lvl2pPr algn="r">
              <a:defRPr sz="1275" b="0">
                <a:solidFill>
                  <a:srgbClr val="53697A"/>
                </a:solidFill>
                <a:latin typeface="Arial"/>
                <a:ea typeface="Arial"/>
                <a:cs typeface="Arial"/>
              </a:defRPr>
            </a:lvl2pPr>
            <a:lvl3pPr algn="r">
              <a:defRPr sz="1275" b="0">
                <a:solidFill>
                  <a:srgbClr val="53697A"/>
                </a:solidFill>
                <a:latin typeface="Arial"/>
                <a:ea typeface="Arial"/>
                <a:cs typeface="Arial"/>
              </a:defRPr>
            </a:lvl3pPr>
            <a:lvl4pPr algn="r">
              <a:defRPr sz="1275" b="0">
                <a:solidFill>
                  <a:srgbClr val="53697A"/>
                </a:solidFill>
                <a:latin typeface="Arial"/>
                <a:ea typeface="Arial"/>
                <a:cs typeface="Arial"/>
              </a:defRPr>
            </a:lvl4pPr>
            <a:lvl5pPr algn="r">
              <a:defRPr sz="1275" b="0">
                <a:solidFill>
                  <a:srgbClr val="53697A"/>
                </a:solidFill>
                <a:latin typeface="Arial"/>
                <a:ea typeface="Arial"/>
                <a:cs typeface="Arial"/>
              </a:defRPr>
            </a:lvl5pPr>
            <a:lvl6pPr algn="r">
              <a:defRPr sz="1275" b="0">
                <a:solidFill>
                  <a:srgbClr val="53697A"/>
                </a:solidFill>
                <a:latin typeface="Arial"/>
                <a:ea typeface="Arial"/>
                <a:cs typeface="Arial"/>
              </a:defRPr>
            </a:lvl6pPr>
            <a:lvl7pPr algn="r">
              <a:defRPr sz="1275" b="0">
                <a:solidFill>
                  <a:srgbClr val="53697A"/>
                </a:solidFill>
                <a:latin typeface="Arial"/>
                <a:ea typeface="Arial"/>
                <a:cs typeface="Arial"/>
              </a:defRPr>
            </a:lvl7pPr>
            <a:lvl8pPr algn="r">
              <a:defRPr sz="1275" b="0">
                <a:solidFill>
                  <a:srgbClr val="53697A"/>
                </a:solidFill>
                <a:latin typeface="Arial"/>
                <a:ea typeface="Arial"/>
                <a:cs typeface="Arial"/>
              </a:defRPr>
            </a:lvl8pPr>
            <a:lvl9pPr algn="r">
              <a:defRPr sz="1275" b="0">
                <a:solidFill>
                  <a:srgbClr val="53697A"/>
                </a:solidFill>
                <a:latin typeface="Arial"/>
                <a:ea typeface="Arial"/>
                <a:cs typeface="Arial"/>
              </a:defRPr>
            </a:lvl9pPr>
          </a:lstStyle>
          <a:p xmlns:a="http://schemas.openxmlformats.org/drawingml/2006/main">
            <a:pPr algn="r">
              <a:defRPr sz="1275" b="0">
                <a:solidFill>
                  <a:srgbClr val="53697A"/>
                </a:solidFill>
                <a:latin typeface="Arial"/>
                <a:ea typeface="Arial"/>
                <a:cs typeface="Arial"/>
              </a:defRPr>
            </a:pPr>
            <a:r>
              <a:rPr sz="1275" b="0">
                <a:solidFill>
                  <a:srgbClr val="53697A"/>
                </a:solidFill>
                <a:latin typeface="Arial"/>
                <a:ea typeface="Arial"/>
                <a:cs typeface="Arial"/>
              </a:rPr>
              <a:t>02 / 08</a:t>
            </a:r>
          </a:p>
        </p:txBody>
      </p:sp>
      <p:sp>
        <p:nvSpPr>
          <p:cNvPr id="5" name="The problem is keeping every specialist current">
            <a:extLst xmlns:a="http://schemas.openxmlformats.org/drawingml/2006/main">
              <a:ext uri="{FF2B5EF4-FFF2-40B4-BE49-F238E27FC236}">
                <a16:creationId xmlns:a16="http://schemas.microsoft.com/office/drawing/2014/main" id="{E54120F8-1DC1-471D-90A4-92BA1FA26FE9}"/>
              </a:ext>
            </a:extLst>
          </p:cNvPr>
          <p:cNvSpPr>
            <a:spLocks xmlns:a="http://schemas.openxmlformats.org/drawingml/2006/main" noGrp="1"/>
          </p:cNvSpPr>
          <p:nvPr/>
        </p:nvSpPr>
        <p:spPr>
          <a:xfrm xmlns:a="http://schemas.openxmlformats.org/drawingml/2006/main">
            <a:off x="685800" y="1562100"/>
            <a:ext cx="9525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EF7930"/>
                </a:solidFill>
                <a:latin typeface="Arial"/>
                <a:ea typeface="Arial"/>
                <a:cs typeface="Arial"/>
              </a:defRPr>
            </a:defPPr>
            <a:lvl1pPr algn="l">
              <a:defRPr sz="2250" b="1">
                <a:solidFill>
                  <a:srgbClr val="EF7930"/>
                </a:solidFill>
                <a:latin typeface="Arial"/>
                <a:ea typeface="Arial"/>
                <a:cs typeface="Arial"/>
              </a:defRPr>
            </a:lvl1pPr>
            <a:lvl2pPr algn="l">
              <a:defRPr sz="2250" b="1">
                <a:solidFill>
                  <a:srgbClr val="EF7930"/>
                </a:solidFill>
                <a:latin typeface="Arial"/>
                <a:ea typeface="Arial"/>
                <a:cs typeface="Arial"/>
              </a:defRPr>
            </a:lvl2pPr>
            <a:lvl3pPr algn="l">
              <a:defRPr sz="2250" b="1">
                <a:solidFill>
                  <a:srgbClr val="EF7930"/>
                </a:solidFill>
                <a:latin typeface="Arial"/>
                <a:ea typeface="Arial"/>
                <a:cs typeface="Arial"/>
              </a:defRPr>
            </a:lvl3pPr>
            <a:lvl4pPr algn="l">
              <a:defRPr sz="2250" b="1">
                <a:solidFill>
                  <a:srgbClr val="EF7930"/>
                </a:solidFill>
                <a:latin typeface="Arial"/>
                <a:ea typeface="Arial"/>
                <a:cs typeface="Arial"/>
              </a:defRPr>
            </a:lvl4pPr>
            <a:lvl5pPr algn="l">
              <a:defRPr sz="2250" b="1">
                <a:solidFill>
                  <a:srgbClr val="EF7930"/>
                </a:solidFill>
                <a:latin typeface="Arial"/>
                <a:ea typeface="Arial"/>
                <a:cs typeface="Arial"/>
              </a:defRPr>
            </a:lvl5pPr>
            <a:lvl6pPr algn="l">
              <a:defRPr sz="2250" b="1">
                <a:solidFill>
                  <a:srgbClr val="EF7930"/>
                </a:solidFill>
                <a:latin typeface="Arial"/>
                <a:ea typeface="Arial"/>
                <a:cs typeface="Arial"/>
              </a:defRPr>
            </a:lvl6pPr>
            <a:lvl7pPr algn="l">
              <a:defRPr sz="2250" b="1">
                <a:solidFill>
                  <a:srgbClr val="EF7930"/>
                </a:solidFill>
                <a:latin typeface="Arial"/>
                <a:ea typeface="Arial"/>
                <a:cs typeface="Arial"/>
              </a:defRPr>
            </a:lvl7pPr>
            <a:lvl8pPr algn="l">
              <a:defRPr sz="2250" b="1">
                <a:solidFill>
                  <a:srgbClr val="EF7930"/>
                </a:solidFill>
                <a:latin typeface="Arial"/>
                <a:ea typeface="Arial"/>
                <a:cs typeface="Arial"/>
              </a:defRPr>
            </a:lvl8pPr>
            <a:lvl9pPr algn="l">
              <a:defRPr sz="2250" b="1">
                <a:solidFill>
                  <a:srgbClr val="EF7930"/>
                </a:solidFill>
                <a:latin typeface="Arial"/>
                <a:ea typeface="Arial"/>
                <a:cs typeface="Arial"/>
              </a:defRPr>
            </a:lvl9pPr>
          </a:lstStyle>
          <a:p xmlns:a="http://schemas.openxmlformats.org/drawingml/2006/main">
            <a:pPr algn="l">
              <a:defRPr sz="2250" b="1">
                <a:solidFill>
                  <a:srgbClr val="EF7930"/>
                </a:solidFill>
                <a:latin typeface="Arial"/>
                <a:ea typeface="Arial"/>
                <a:cs typeface="Arial"/>
              </a:defRPr>
            </a:pPr>
            <a:r>
              <a:rPr sz="2250" b="1">
                <a:solidFill>
                  <a:srgbClr val="EF7930"/>
                </a:solidFill>
                <a:latin typeface="Arial"/>
                <a:ea typeface="Arial"/>
                <a:cs typeface="Arial"/>
              </a:rPr>
              <a:t>The problem is keeping every specialist current</a:t>
            </a:r>
          </a:p>
        </p:txBody>
      </p:sp>
      <p:sp>
        <p:nvSpPr>
          <p:cNvPr id="6" name="A traveler lowers the budget">
            <a:extLst xmlns:a="http://schemas.openxmlformats.org/drawingml/2006/main">
              <a:ext uri="{FF2B5EF4-FFF2-40B4-BE49-F238E27FC236}">
                <a16:creationId xmlns:a16="http://schemas.microsoft.com/office/drawing/2014/main" id="{0AA5DC68-E083-4A1D-8F1A-63979130C8CE}"/>
              </a:ext>
            </a:extLst>
          </p:cNvPr>
          <p:cNvSpPr>
            <a:spLocks xmlns:a="http://schemas.openxmlformats.org/drawingml/2006/main" noGrp="1"/>
          </p:cNvSpPr>
          <p:nvPr/>
        </p:nvSpPr>
        <p:spPr>
          <a:xfrm xmlns:a="http://schemas.openxmlformats.org/drawingml/2006/main">
            <a:off x="685800" y="2333625"/>
            <a:ext cx="6096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102D45"/>
                </a:solidFill>
                <a:latin typeface="Arial"/>
                <a:ea typeface="Arial"/>
                <a:cs typeface="Arial"/>
              </a:defRPr>
            </a:defPPr>
            <a:lvl1pPr algn="l">
              <a:defRPr sz="2250" b="1">
                <a:solidFill>
                  <a:srgbClr val="102D45"/>
                </a:solidFill>
                <a:latin typeface="Arial"/>
                <a:ea typeface="Arial"/>
                <a:cs typeface="Arial"/>
              </a:defRPr>
            </a:lvl1pPr>
            <a:lvl2pPr algn="l">
              <a:defRPr sz="2250" b="1">
                <a:solidFill>
                  <a:srgbClr val="102D45"/>
                </a:solidFill>
                <a:latin typeface="Arial"/>
                <a:ea typeface="Arial"/>
                <a:cs typeface="Arial"/>
              </a:defRPr>
            </a:lvl2pPr>
            <a:lvl3pPr algn="l">
              <a:defRPr sz="2250" b="1">
                <a:solidFill>
                  <a:srgbClr val="102D45"/>
                </a:solidFill>
                <a:latin typeface="Arial"/>
                <a:ea typeface="Arial"/>
                <a:cs typeface="Arial"/>
              </a:defRPr>
            </a:lvl3pPr>
            <a:lvl4pPr algn="l">
              <a:defRPr sz="2250" b="1">
                <a:solidFill>
                  <a:srgbClr val="102D45"/>
                </a:solidFill>
                <a:latin typeface="Arial"/>
                <a:ea typeface="Arial"/>
                <a:cs typeface="Arial"/>
              </a:defRPr>
            </a:lvl4pPr>
            <a:lvl5pPr algn="l">
              <a:defRPr sz="2250" b="1">
                <a:solidFill>
                  <a:srgbClr val="102D45"/>
                </a:solidFill>
                <a:latin typeface="Arial"/>
                <a:ea typeface="Arial"/>
                <a:cs typeface="Arial"/>
              </a:defRPr>
            </a:lvl5pPr>
            <a:lvl6pPr algn="l">
              <a:defRPr sz="2250" b="1">
                <a:solidFill>
                  <a:srgbClr val="102D45"/>
                </a:solidFill>
                <a:latin typeface="Arial"/>
                <a:ea typeface="Arial"/>
                <a:cs typeface="Arial"/>
              </a:defRPr>
            </a:lvl6pPr>
            <a:lvl7pPr algn="l">
              <a:defRPr sz="2250" b="1">
                <a:solidFill>
                  <a:srgbClr val="102D45"/>
                </a:solidFill>
                <a:latin typeface="Arial"/>
                <a:ea typeface="Arial"/>
                <a:cs typeface="Arial"/>
              </a:defRPr>
            </a:lvl7pPr>
            <a:lvl8pPr algn="l">
              <a:defRPr sz="2250" b="1">
                <a:solidFill>
                  <a:srgbClr val="102D45"/>
                </a:solidFill>
                <a:latin typeface="Arial"/>
                <a:ea typeface="Arial"/>
                <a:cs typeface="Arial"/>
              </a:defRPr>
            </a:lvl8pPr>
            <a:lvl9pPr algn="l">
              <a:defRPr sz="2250" b="1">
                <a:solidFill>
                  <a:srgbClr val="102D45"/>
                </a:solidFill>
                <a:latin typeface="Arial"/>
                <a:ea typeface="Arial"/>
                <a:cs typeface="Arial"/>
              </a:defRPr>
            </a:lvl9pPr>
          </a:lstStyle>
          <a:p xmlns:a="http://schemas.openxmlformats.org/drawingml/2006/main">
            <a:pPr algn="l">
              <a:defRPr sz="2250" b="1">
                <a:solidFill>
                  <a:srgbClr val="102D45"/>
                </a:solidFill>
                <a:latin typeface="Arial"/>
                <a:ea typeface="Arial"/>
                <a:cs typeface="Arial"/>
              </a:defRPr>
            </a:pPr>
            <a:r>
              <a:rPr sz="2250" b="1">
                <a:solidFill>
                  <a:srgbClr val="102D45"/>
                </a:solidFill>
                <a:latin typeface="Arial"/>
                <a:ea typeface="Arial"/>
                <a:cs typeface="Arial"/>
              </a:rPr>
              <a:t>A traveler lowers the budget</a:t>
            </a:r>
          </a:p>
        </p:txBody>
      </p:sp>
      <p:sp>
        <p:nvSpPr>
          <p:cNvPr id="7" name="A cached plan can keep the old allowance unless the system t">
            <a:extLst xmlns:a="http://schemas.openxmlformats.org/drawingml/2006/main">
              <a:ext uri="{FF2B5EF4-FFF2-40B4-BE49-F238E27FC236}">
                <a16:creationId xmlns:a16="http://schemas.microsoft.com/office/drawing/2014/main" id="{4D7C174C-D1A9-4B69-962C-F1A51076283A}"/>
              </a:ext>
            </a:extLst>
          </p:cNvPr>
          <p:cNvSpPr>
            <a:spLocks xmlns:a="http://schemas.openxmlformats.org/drawingml/2006/main" noGrp="1"/>
          </p:cNvSpPr>
          <p:nvPr/>
        </p:nvSpPr>
        <p:spPr>
          <a:xfrm xmlns:a="http://schemas.openxmlformats.org/drawingml/2006/main">
            <a:off x="685800" y="2800350"/>
            <a:ext cx="6096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53697A"/>
                </a:solidFill>
                <a:latin typeface="Arial"/>
                <a:ea typeface="Arial"/>
                <a:cs typeface="Arial"/>
              </a:defRPr>
            </a:defPPr>
            <a:lvl1pPr algn="l">
              <a:defRPr sz="1950" b="0">
                <a:solidFill>
                  <a:srgbClr val="53697A"/>
                </a:solidFill>
                <a:latin typeface="Arial"/>
                <a:ea typeface="Arial"/>
                <a:cs typeface="Arial"/>
              </a:defRPr>
            </a:lvl1pPr>
            <a:lvl2pPr algn="l">
              <a:defRPr sz="1950" b="0">
                <a:solidFill>
                  <a:srgbClr val="53697A"/>
                </a:solidFill>
                <a:latin typeface="Arial"/>
                <a:ea typeface="Arial"/>
                <a:cs typeface="Arial"/>
              </a:defRPr>
            </a:lvl2pPr>
            <a:lvl3pPr algn="l">
              <a:defRPr sz="1950" b="0">
                <a:solidFill>
                  <a:srgbClr val="53697A"/>
                </a:solidFill>
                <a:latin typeface="Arial"/>
                <a:ea typeface="Arial"/>
                <a:cs typeface="Arial"/>
              </a:defRPr>
            </a:lvl3pPr>
            <a:lvl4pPr algn="l">
              <a:defRPr sz="1950" b="0">
                <a:solidFill>
                  <a:srgbClr val="53697A"/>
                </a:solidFill>
                <a:latin typeface="Arial"/>
                <a:ea typeface="Arial"/>
                <a:cs typeface="Arial"/>
              </a:defRPr>
            </a:lvl4pPr>
            <a:lvl5pPr algn="l">
              <a:defRPr sz="1950" b="0">
                <a:solidFill>
                  <a:srgbClr val="53697A"/>
                </a:solidFill>
                <a:latin typeface="Arial"/>
                <a:ea typeface="Arial"/>
                <a:cs typeface="Arial"/>
              </a:defRPr>
            </a:lvl5pPr>
            <a:lvl6pPr algn="l">
              <a:defRPr sz="1950" b="0">
                <a:solidFill>
                  <a:srgbClr val="53697A"/>
                </a:solidFill>
                <a:latin typeface="Arial"/>
                <a:ea typeface="Arial"/>
                <a:cs typeface="Arial"/>
              </a:defRPr>
            </a:lvl6pPr>
            <a:lvl7pPr algn="l">
              <a:defRPr sz="1950" b="0">
                <a:solidFill>
                  <a:srgbClr val="53697A"/>
                </a:solidFill>
                <a:latin typeface="Arial"/>
                <a:ea typeface="Arial"/>
                <a:cs typeface="Arial"/>
              </a:defRPr>
            </a:lvl7pPr>
            <a:lvl8pPr algn="l">
              <a:defRPr sz="1950" b="0">
                <a:solidFill>
                  <a:srgbClr val="53697A"/>
                </a:solidFill>
                <a:latin typeface="Arial"/>
                <a:ea typeface="Arial"/>
                <a:cs typeface="Arial"/>
              </a:defRPr>
            </a:lvl8pPr>
            <a:lvl9pPr algn="l">
              <a:defRPr sz="1950" b="0">
                <a:solidFill>
                  <a:srgbClr val="53697A"/>
                </a:solidFill>
                <a:latin typeface="Arial"/>
                <a:ea typeface="Arial"/>
                <a:cs typeface="Arial"/>
              </a:defRPr>
            </a:lvl9pPr>
          </a:lstStyle>
          <a:p xmlns:a="http://schemas.openxmlformats.org/drawingml/2006/main">
            <a:pPr algn="l">
              <a:defRPr sz="1950" b="0">
                <a:solidFill>
                  <a:srgbClr val="53697A"/>
                </a:solidFill>
                <a:latin typeface="Arial"/>
                <a:ea typeface="Arial"/>
                <a:cs typeface="Arial"/>
              </a:defRPr>
            </a:pPr>
            <a:r>
              <a:rPr sz="1950" b="0">
                <a:solidFill>
                  <a:srgbClr val="53697A"/>
                </a:solidFill>
                <a:latin typeface="Arial"/>
                <a:ea typeface="Arial"/>
                <a:cs typeface="Arial"/>
              </a:rPr>
              <a:t>A cached plan can keep the old allowance unless the system tracks accepted changes.</a:t>
            </a:r>
          </a:p>
        </p:txBody>
      </p:sp>
      <p:sp>
        <p:nvSpPr>
          <p:cNvPr id="8" name="Different specialists need the same facts">
            <a:extLst xmlns:a="http://schemas.openxmlformats.org/drawingml/2006/main">
              <a:ext uri="{FF2B5EF4-FFF2-40B4-BE49-F238E27FC236}">
                <a16:creationId xmlns:a16="http://schemas.microsoft.com/office/drawing/2014/main" id="{5E43F57B-E416-493B-A34F-030D78F015D3}"/>
              </a:ext>
            </a:extLst>
          </p:cNvPr>
          <p:cNvSpPr>
            <a:spLocks xmlns:a="http://schemas.openxmlformats.org/drawingml/2006/main" noGrp="1"/>
          </p:cNvSpPr>
          <p:nvPr/>
        </p:nvSpPr>
        <p:spPr>
          <a:xfrm xmlns:a="http://schemas.openxmlformats.org/drawingml/2006/main">
            <a:off x="685800" y="4057650"/>
            <a:ext cx="6096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102D45"/>
                </a:solidFill>
                <a:latin typeface="Arial"/>
                <a:ea typeface="Arial"/>
                <a:cs typeface="Arial"/>
              </a:defRPr>
            </a:defPPr>
            <a:lvl1pPr algn="l">
              <a:defRPr sz="2250" b="1">
                <a:solidFill>
                  <a:srgbClr val="102D45"/>
                </a:solidFill>
                <a:latin typeface="Arial"/>
                <a:ea typeface="Arial"/>
                <a:cs typeface="Arial"/>
              </a:defRPr>
            </a:lvl1pPr>
            <a:lvl2pPr algn="l">
              <a:defRPr sz="2250" b="1">
                <a:solidFill>
                  <a:srgbClr val="102D45"/>
                </a:solidFill>
                <a:latin typeface="Arial"/>
                <a:ea typeface="Arial"/>
                <a:cs typeface="Arial"/>
              </a:defRPr>
            </a:lvl2pPr>
            <a:lvl3pPr algn="l">
              <a:defRPr sz="2250" b="1">
                <a:solidFill>
                  <a:srgbClr val="102D45"/>
                </a:solidFill>
                <a:latin typeface="Arial"/>
                <a:ea typeface="Arial"/>
                <a:cs typeface="Arial"/>
              </a:defRPr>
            </a:lvl3pPr>
            <a:lvl4pPr algn="l">
              <a:defRPr sz="2250" b="1">
                <a:solidFill>
                  <a:srgbClr val="102D45"/>
                </a:solidFill>
                <a:latin typeface="Arial"/>
                <a:ea typeface="Arial"/>
                <a:cs typeface="Arial"/>
              </a:defRPr>
            </a:lvl4pPr>
            <a:lvl5pPr algn="l">
              <a:defRPr sz="2250" b="1">
                <a:solidFill>
                  <a:srgbClr val="102D45"/>
                </a:solidFill>
                <a:latin typeface="Arial"/>
                <a:ea typeface="Arial"/>
                <a:cs typeface="Arial"/>
              </a:defRPr>
            </a:lvl5pPr>
            <a:lvl6pPr algn="l">
              <a:defRPr sz="2250" b="1">
                <a:solidFill>
                  <a:srgbClr val="102D45"/>
                </a:solidFill>
                <a:latin typeface="Arial"/>
                <a:ea typeface="Arial"/>
                <a:cs typeface="Arial"/>
              </a:defRPr>
            </a:lvl6pPr>
            <a:lvl7pPr algn="l">
              <a:defRPr sz="2250" b="1">
                <a:solidFill>
                  <a:srgbClr val="102D45"/>
                </a:solidFill>
                <a:latin typeface="Arial"/>
                <a:ea typeface="Arial"/>
                <a:cs typeface="Arial"/>
              </a:defRPr>
            </a:lvl7pPr>
            <a:lvl8pPr algn="l">
              <a:defRPr sz="2250" b="1">
                <a:solidFill>
                  <a:srgbClr val="102D45"/>
                </a:solidFill>
                <a:latin typeface="Arial"/>
                <a:ea typeface="Arial"/>
                <a:cs typeface="Arial"/>
              </a:defRPr>
            </a:lvl8pPr>
            <a:lvl9pPr algn="l">
              <a:defRPr sz="2250" b="1">
                <a:solidFill>
                  <a:srgbClr val="102D45"/>
                </a:solidFill>
                <a:latin typeface="Arial"/>
                <a:ea typeface="Arial"/>
                <a:cs typeface="Arial"/>
              </a:defRPr>
            </a:lvl9pPr>
          </a:lstStyle>
          <a:p xmlns:a="http://schemas.openxmlformats.org/drawingml/2006/main">
            <a:pPr algn="l">
              <a:defRPr sz="2250" b="1">
                <a:solidFill>
                  <a:srgbClr val="102D45"/>
                </a:solidFill>
                <a:latin typeface="Arial"/>
                <a:ea typeface="Arial"/>
                <a:cs typeface="Arial"/>
              </a:defRPr>
            </a:pPr>
            <a:r>
              <a:rPr sz="2250" b="1">
                <a:solidFill>
                  <a:srgbClr val="102D45"/>
                </a:solidFill>
                <a:latin typeface="Arial"/>
                <a:ea typeface="Arial"/>
                <a:cs typeface="Arial"/>
              </a:rPr>
              <a:t>Different specialists need the same facts</a:t>
            </a:r>
          </a:p>
        </p:txBody>
      </p:sp>
      <p:sp>
        <p:nvSpPr>
          <p:cNvPr id="9" name="Stays, food and itinerary choices must use the same trip, da">
            <a:extLst xmlns:a="http://schemas.openxmlformats.org/drawingml/2006/main">
              <a:ext uri="{FF2B5EF4-FFF2-40B4-BE49-F238E27FC236}">
                <a16:creationId xmlns:a16="http://schemas.microsoft.com/office/drawing/2014/main" id="{563C6AD8-085C-4445-B271-623501AA6B76}"/>
              </a:ext>
            </a:extLst>
          </p:cNvPr>
          <p:cNvSpPr>
            <a:spLocks xmlns:a="http://schemas.openxmlformats.org/drawingml/2006/main" noGrp="1"/>
          </p:cNvSpPr>
          <p:nvPr/>
        </p:nvSpPr>
        <p:spPr>
          <a:xfrm xmlns:a="http://schemas.openxmlformats.org/drawingml/2006/main">
            <a:off x="685800" y="4524375"/>
            <a:ext cx="6096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53697A"/>
                </a:solidFill>
                <a:latin typeface="Arial"/>
                <a:ea typeface="Arial"/>
                <a:cs typeface="Arial"/>
              </a:defRPr>
            </a:defPPr>
            <a:lvl1pPr algn="l">
              <a:defRPr sz="1950" b="0">
                <a:solidFill>
                  <a:srgbClr val="53697A"/>
                </a:solidFill>
                <a:latin typeface="Arial"/>
                <a:ea typeface="Arial"/>
                <a:cs typeface="Arial"/>
              </a:defRPr>
            </a:lvl1pPr>
            <a:lvl2pPr algn="l">
              <a:defRPr sz="1950" b="0">
                <a:solidFill>
                  <a:srgbClr val="53697A"/>
                </a:solidFill>
                <a:latin typeface="Arial"/>
                <a:ea typeface="Arial"/>
                <a:cs typeface="Arial"/>
              </a:defRPr>
            </a:lvl2pPr>
            <a:lvl3pPr algn="l">
              <a:defRPr sz="1950" b="0">
                <a:solidFill>
                  <a:srgbClr val="53697A"/>
                </a:solidFill>
                <a:latin typeface="Arial"/>
                <a:ea typeface="Arial"/>
                <a:cs typeface="Arial"/>
              </a:defRPr>
            </a:lvl3pPr>
            <a:lvl4pPr algn="l">
              <a:defRPr sz="1950" b="0">
                <a:solidFill>
                  <a:srgbClr val="53697A"/>
                </a:solidFill>
                <a:latin typeface="Arial"/>
                <a:ea typeface="Arial"/>
                <a:cs typeface="Arial"/>
              </a:defRPr>
            </a:lvl4pPr>
            <a:lvl5pPr algn="l">
              <a:defRPr sz="1950" b="0">
                <a:solidFill>
                  <a:srgbClr val="53697A"/>
                </a:solidFill>
                <a:latin typeface="Arial"/>
                <a:ea typeface="Arial"/>
                <a:cs typeface="Arial"/>
              </a:defRPr>
            </a:lvl5pPr>
            <a:lvl6pPr algn="l">
              <a:defRPr sz="1950" b="0">
                <a:solidFill>
                  <a:srgbClr val="53697A"/>
                </a:solidFill>
                <a:latin typeface="Arial"/>
                <a:ea typeface="Arial"/>
                <a:cs typeface="Arial"/>
              </a:defRPr>
            </a:lvl6pPr>
            <a:lvl7pPr algn="l">
              <a:defRPr sz="1950" b="0">
                <a:solidFill>
                  <a:srgbClr val="53697A"/>
                </a:solidFill>
                <a:latin typeface="Arial"/>
                <a:ea typeface="Arial"/>
                <a:cs typeface="Arial"/>
              </a:defRPr>
            </a:lvl7pPr>
            <a:lvl8pPr algn="l">
              <a:defRPr sz="1950" b="0">
                <a:solidFill>
                  <a:srgbClr val="53697A"/>
                </a:solidFill>
                <a:latin typeface="Arial"/>
                <a:ea typeface="Arial"/>
                <a:cs typeface="Arial"/>
              </a:defRPr>
            </a:lvl8pPr>
            <a:lvl9pPr algn="l">
              <a:defRPr sz="1950" b="0">
                <a:solidFill>
                  <a:srgbClr val="53697A"/>
                </a:solidFill>
                <a:latin typeface="Arial"/>
                <a:ea typeface="Arial"/>
                <a:cs typeface="Arial"/>
              </a:defRPr>
            </a:lvl9pPr>
          </a:lstStyle>
          <a:p xmlns:a="http://schemas.openxmlformats.org/drawingml/2006/main">
            <a:pPr algn="l">
              <a:defRPr sz="1950" b="0">
                <a:solidFill>
                  <a:srgbClr val="53697A"/>
                </a:solidFill>
                <a:latin typeface="Arial"/>
                <a:ea typeface="Arial"/>
                <a:cs typeface="Arial"/>
              </a:defRPr>
            </a:pPr>
            <a:r>
              <a:rPr sz="1950" b="0">
                <a:solidFill>
                  <a:srgbClr val="53697A"/>
                </a:solidFill>
                <a:latin typeface="Arial"/>
                <a:ea typeface="Arial"/>
                <a:cs typeface="Arial"/>
              </a:rPr>
              <a:t>Stays, food and itinerary choices must use the same trip, dates and dietary requirements.</a:t>
            </a:r>
          </a:p>
        </p:txBody>
      </p:sp>
      <p:sp>
        <p:nvSpPr>
          <p:cNvPr id="10" name="Voyara keeps the plan in one workflow">
            <a:extLst xmlns:a="http://schemas.openxmlformats.org/drawingml/2006/main">
              <a:ext uri="{FF2B5EF4-FFF2-40B4-BE49-F238E27FC236}">
                <a16:creationId xmlns:a16="http://schemas.microsoft.com/office/drawing/2014/main" id="{408BF4EE-C7C9-4281-83F9-4FAF81CE6C6A}"/>
              </a:ext>
            </a:extLst>
          </p:cNvPr>
          <p:cNvSpPr>
            <a:spLocks xmlns:a="http://schemas.openxmlformats.org/drawingml/2006/main" noGrp="1"/>
          </p:cNvSpPr>
          <p:nvPr/>
        </p:nvSpPr>
        <p:spPr>
          <a:xfrm xmlns:a="http://schemas.openxmlformats.org/drawingml/2006/main">
            <a:off x="685800" y="5781675"/>
            <a:ext cx="6096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102D45"/>
                </a:solidFill>
                <a:latin typeface="Arial"/>
                <a:ea typeface="Arial"/>
                <a:cs typeface="Arial"/>
              </a:defRPr>
            </a:defPPr>
            <a:lvl1pPr algn="l">
              <a:defRPr sz="2250" b="1">
                <a:solidFill>
                  <a:srgbClr val="102D45"/>
                </a:solidFill>
                <a:latin typeface="Arial"/>
                <a:ea typeface="Arial"/>
                <a:cs typeface="Arial"/>
              </a:defRPr>
            </a:lvl1pPr>
            <a:lvl2pPr algn="l">
              <a:defRPr sz="2250" b="1">
                <a:solidFill>
                  <a:srgbClr val="102D45"/>
                </a:solidFill>
                <a:latin typeface="Arial"/>
                <a:ea typeface="Arial"/>
                <a:cs typeface="Arial"/>
              </a:defRPr>
            </a:lvl2pPr>
            <a:lvl3pPr algn="l">
              <a:defRPr sz="2250" b="1">
                <a:solidFill>
                  <a:srgbClr val="102D45"/>
                </a:solidFill>
                <a:latin typeface="Arial"/>
                <a:ea typeface="Arial"/>
                <a:cs typeface="Arial"/>
              </a:defRPr>
            </a:lvl3pPr>
            <a:lvl4pPr algn="l">
              <a:defRPr sz="2250" b="1">
                <a:solidFill>
                  <a:srgbClr val="102D45"/>
                </a:solidFill>
                <a:latin typeface="Arial"/>
                <a:ea typeface="Arial"/>
                <a:cs typeface="Arial"/>
              </a:defRPr>
            </a:lvl4pPr>
            <a:lvl5pPr algn="l">
              <a:defRPr sz="2250" b="1">
                <a:solidFill>
                  <a:srgbClr val="102D45"/>
                </a:solidFill>
                <a:latin typeface="Arial"/>
                <a:ea typeface="Arial"/>
                <a:cs typeface="Arial"/>
              </a:defRPr>
            </a:lvl5pPr>
            <a:lvl6pPr algn="l">
              <a:defRPr sz="2250" b="1">
                <a:solidFill>
                  <a:srgbClr val="102D45"/>
                </a:solidFill>
                <a:latin typeface="Arial"/>
                <a:ea typeface="Arial"/>
                <a:cs typeface="Arial"/>
              </a:defRPr>
            </a:lvl6pPr>
            <a:lvl7pPr algn="l">
              <a:defRPr sz="2250" b="1">
                <a:solidFill>
                  <a:srgbClr val="102D45"/>
                </a:solidFill>
                <a:latin typeface="Arial"/>
                <a:ea typeface="Arial"/>
                <a:cs typeface="Arial"/>
              </a:defRPr>
            </a:lvl7pPr>
            <a:lvl8pPr algn="l">
              <a:defRPr sz="2250" b="1">
                <a:solidFill>
                  <a:srgbClr val="102D45"/>
                </a:solidFill>
                <a:latin typeface="Arial"/>
                <a:ea typeface="Arial"/>
                <a:cs typeface="Arial"/>
              </a:defRPr>
            </a:lvl8pPr>
            <a:lvl9pPr algn="l">
              <a:defRPr sz="2250" b="1">
                <a:solidFill>
                  <a:srgbClr val="102D45"/>
                </a:solidFill>
                <a:latin typeface="Arial"/>
                <a:ea typeface="Arial"/>
                <a:cs typeface="Arial"/>
              </a:defRPr>
            </a:lvl9pPr>
          </a:lstStyle>
          <a:p xmlns:a="http://schemas.openxmlformats.org/drawingml/2006/main">
            <a:pPr algn="l">
              <a:defRPr sz="2250" b="1">
                <a:solidFill>
                  <a:srgbClr val="102D45"/>
                </a:solidFill>
                <a:latin typeface="Arial"/>
                <a:ea typeface="Arial"/>
                <a:cs typeface="Arial"/>
              </a:defRPr>
            </a:pPr>
            <a:r>
              <a:rPr sz="2250" b="1">
                <a:solidFill>
                  <a:srgbClr val="102D45"/>
                </a:solidFill>
                <a:latin typeface="Arial"/>
                <a:ea typeface="Arial"/>
                <a:cs typeface="Arial"/>
              </a:rPr>
              <a:t>Voyara keeps the plan in one workflow</a:t>
            </a:r>
          </a:p>
        </p:txBody>
      </p:sp>
      <p:sp>
        <p:nvSpPr>
          <p:cNvPr id="11" name="Travelers edit their trip details, review plan versions and ">
            <a:extLst xmlns:a="http://schemas.openxmlformats.org/drawingml/2006/main">
              <a:ext uri="{FF2B5EF4-FFF2-40B4-BE49-F238E27FC236}">
                <a16:creationId xmlns:a16="http://schemas.microsoft.com/office/drawing/2014/main" id="{4DC76F0B-D877-4D9C-9FBF-01C78119BA0A}"/>
              </a:ext>
            </a:extLst>
          </p:cNvPr>
          <p:cNvSpPr>
            <a:spLocks xmlns:a="http://schemas.openxmlformats.org/drawingml/2006/main" noGrp="1"/>
          </p:cNvSpPr>
          <p:nvPr/>
        </p:nvSpPr>
        <p:spPr>
          <a:xfrm xmlns:a="http://schemas.openxmlformats.org/drawingml/2006/main">
            <a:off x="685800" y="6248400"/>
            <a:ext cx="6096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53697A"/>
                </a:solidFill>
                <a:latin typeface="Arial"/>
                <a:ea typeface="Arial"/>
                <a:cs typeface="Arial"/>
              </a:defRPr>
            </a:defPPr>
            <a:lvl1pPr algn="l">
              <a:defRPr sz="1950" b="0">
                <a:solidFill>
                  <a:srgbClr val="53697A"/>
                </a:solidFill>
                <a:latin typeface="Arial"/>
                <a:ea typeface="Arial"/>
                <a:cs typeface="Arial"/>
              </a:defRPr>
            </a:lvl1pPr>
            <a:lvl2pPr algn="l">
              <a:defRPr sz="1950" b="0">
                <a:solidFill>
                  <a:srgbClr val="53697A"/>
                </a:solidFill>
                <a:latin typeface="Arial"/>
                <a:ea typeface="Arial"/>
                <a:cs typeface="Arial"/>
              </a:defRPr>
            </a:lvl2pPr>
            <a:lvl3pPr algn="l">
              <a:defRPr sz="1950" b="0">
                <a:solidFill>
                  <a:srgbClr val="53697A"/>
                </a:solidFill>
                <a:latin typeface="Arial"/>
                <a:ea typeface="Arial"/>
                <a:cs typeface="Arial"/>
              </a:defRPr>
            </a:lvl3pPr>
            <a:lvl4pPr algn="l">
              <a:defRPr sz="1950" b="0">
                <a:solidFill>
                  <a:srgbClr val="53697A"/>
                </a:solidFill>
                <a:latin typeface="Arial"/>
                <a:ea typeface="Arial"/>
                <a:cs typeface="Arial"/>
              </a:defRPr>
            </a:lvl4pPr>
            <a:lvl5pPr algn="l">
              <a:defRPr sz="1950" b="0">
                <a:solidFill>
                  <a:srgbClr val="53697A"/>
                </a:solidFill>
                <a:latin typeface="Arial"/>
                <a:ea typeface="Arial"/>
                <a:cs typeface="Arial"/>
              </a:defRPr>
            </a:lvl5pPr>
            <a:lvl6pPr algn="l">
              <a:defRPr sz="1950" b="0">
                <a:solidFill>
                  <a:srgbClr val="53697A"/>
                </a:solidFill>
                <a:latin typeface="Arial"/>
                <a:ea typeface="Arial"/>
                <a:cs typeface="Arial"/>
              </a:defRPr>
            </a:lvl6pPr>
            <a:lvl7pPr algn="l">
              <a:defRPr sz="1950" b="0">
                <a:solidFill>
                  <a:srgbClr val="53697A"/>
                </a:solidFill>
                <a:latin typeface="Arial"/>
                <a:ea typeface="Arial"/>
                <a:cs typeface="Arial"/>
              </a:defRPr>
            </a:lvl7pPr>
            <a:lvl8pPr algn="l">
              <a:defRPr sz="1950" b="0">
                <a:solidFill>
                  <a:srgbClr val="53697A"/>
                </a:solidFill>
                <a:latin typeface="Arial"/>
                <a:ea typeface="Arial"/>
                <a:cs typeface="Arial"/>
              </a:defRPr>
            </a:lvl8pPr>
            <a:lvl9pPr algn="l">
              <a:defRPr sz="1950" b="0">
                <a:solidFill>
                  <a:srgbClr val="53697A"/>
                </a:solidFill>
                <a:latin typeface="Arial"/>
                <a:ea typeface="Arial"/>
                <a:cs typeface="Arial"/>
              </a:defRPr>
            </a:lvl9pPr>
          </a:lstStyle>
          <a:p xmlns:a="http://schemas.openxmlformats.org/drawingml/2006/main">
            <a:pPr algn="l">
              <a:defRPr sz="1950" b="0">
                <a:solidFill>
                  <a:srgbClr val="53697A"/>
                </a:solidFill>
                <a:latin typeface="Arial"/>
                <a:ea typeface="Arial"/>
                <a:cs typeface="Arial"/>
              </a:defRPr>
            </a:pPr>
            <a:r>
              <a:rPr sz="1950" b="0">
                <a:solidFill>
                  <a:srgbClr val="53697A"/>
                </a:solidFill>
                <a:latin typeface="Arial"/>
                <a:ea typeface="Arial"/>
                <a:cs typeface="Arial"/>
              </a:rPr>
              <a:t>Travelers edit their trip details, review plan versions and export a private Travel Book PDF.</a:t>
            </a:r>
          </a:p>
        </p:txBody>
      </p:sp>
      <p:pic>
        <p:nvPicPr>
          <p:cNvPr id="12" name="">
            <a:extLst xmlns:a="http://schemas.openxmlformats.org/drawingml/2006/main">
              <a:ext uri="{FF2B5EF4-FFF2-40B4-BE49-F238E27FC236}">
                <a16:creationId xmlns:a16="http://schemas.microsoft.com/office/drawing/2014/main" id="{28E269CD-F7D5-48D8-A2E8-8CCCDC8A7AF7}"/>
              </a:ext>
            </a:extLst>
          </p:cNvPr>
          <p:cNvPicPr>
            <a:picLocks xmlns:a="http://schemas.openxmlformats.org/drawingml/2006/main" noChangeAspect="1"/>
          </p:cNvPicPr>
          <p:nvPr/>
        </p:nvPicPr>
        <p:blipFill>
          <a:blip xmlns:r="http://schemas.openxmlformats.org/officeDocument/2006/relationships" xmlns:a="http://schemas.openxmlformats.org/drawingml/2006/main" r:embed="R5632f94a243c4064"/>
          <a:stretch xmlns:a="http://schemas.openxmlformats.org/drawingml/2006/main"/>
        </p:blipFill>
        <p:spPr>
          <a:xfrm xmlns:a="http://schemas.openxmlformats.org/drawingml/2006/main">
            <a:off x="8162925" y="1647825"/>
            <a:ext cx="4000500" cy="5715000"/>
          </a:xfrm>
          <a:prstGeom xmlns:a="http://schemas.openxmlformats.org/drawingml/2006/main" prst="rect">
            <a:avLst/>
          </a:prstGeom>
        </p:spPr>
      </p:pic>
      <p:sp>
        <p:nvSpPr>
          <p:cNvPr id="13" name="WHO IT HELPS">
            <a:extLst xmlns:a="http://schemas.openxmlformats.org/drawingml/2006/main">
              <a:ext uri="{FF2B5EF4-FFF2-40B4-BE49-F238E27FC236}">
                <a16:creationId xmlns:a16="http://schemas.microsoft.com/office/drawing/2014/main" id="{8486BF20-FFC6-4C16-B401-43F2C288C7DE}"/>
              </a:ext>
            </a:extLst>
          </p:cNvPr>
          <p:cNvSpPr>
            <a:spLocks xmlns:a="http://schemas.openxmlformats.org/drawingml/2006/main" noGrp="1"/>
          </p:cNvSpPr>
          <p:nvPr/>
        </p:nvSpPr>
        <p:spPr>
          <a:xfrm xmlns:a="http://schemas.openxmlformats.org/drawingml/2006/main">
            <a:off x="12573000" y="2333625"/>
            <a:ext cx="2000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1">
                <a:solidFill>
                  <a:srgbClr val="147F7C"/>
                </a:solidFill>
                <a:latin typeface="Arial"/>
                <a:ea typeface="Arial"/>
                <a:cs typeface="Arial"/>
              </a:defRPr>
            </a:defPPr>
            <a:lvl1pPr algn="l">
              <a:defRPr sz="1575" b="1">
                <a:solidFill>
                  <a:srgbClr val="147F7C"/>
                </a:solidFill>
                <a:latin typeface="Arial"/>
                <a:ea typeface="Arial"/>
                <a:cs typeface="Arial"/>
              </a:defRPr>
            </a:lvl1pPr>
            <a:lvl2pPr algn="l">
              <a:defRPr sz="1575" b="1">
                <a:solidFill>
                  <a:srgbClr val="147F7C"/>
                </a:solidFill>
                <a:latin typeface="Arial"/>
                <a:ea typeface="Arial"/>
                <a:cs typeface="Arial"/>
              </a:defRPr>
            </a:lvl2pPr>
            <a:lvl3pPr algn="l">
              <a:defRPr sz="1575" b="1">
                <a:solidFill>
                  <a:srgbClr val="147F7C"/>
                </a:solidFill>
                <a:latin typeface="Arial"/>
                <a:ea typeface="Arial"/>
                <a:cs typeface="Arial"/>
              </a:defRPr>
            </a:lvl3pPr>
            <a:lvl4pPr algn="l">
              <a:defRPr sz="1575" b="1">
                <a:solidFill>
                  <a:srgbClr val="147F7C"/>
                </a:solidFill>
                <a:latin typeface="Arial"/>
                <a:ea typeface="Arial"/>
                <a:cs typeface="Arial"/>
              </a:defRPr>
            </a:lvl4pPr>
            <a:lvl5pPr algn="l">
              <a:defRPr sz="1575" b="1">
                <a:solidFill>
                  <a:srgbClr val="147F7C"/>
                </a:solidFill>
                <a:latin typeface="Arial"/>
                <a:ea typeface="Arial"/>
                <a:cs typeface="Arial"/>
              </a:defRPr>
            </a:lvl5pPr>
            <a:lvl6pPr algn="l">
              <a:defRPr sz="1575" b="1">
                <a:solidFill>
                  <a:srgbClr val="147F7C"/>
                </a:solidFill>
                <a:latin typeface="Arial"/>
                <a:ea typeface="Arial"/>
                <a:cs typeface="Arial"/>
              </a:defRPr>
            </a:lvl6pPr>
            <a:lvl7pPr algn="l">
              <a:defRPr sz="1575" b="1">
                <a:solidFill>
                  <a:srgbClr val="147F7C"/>
                </a:solidFill>
                <a:latin typeface="Arial"/>
                <a:ea typeface="Arial"/>
                <a:cs typeface="Arial"/>
              </a:defRPr>
            </a:lvl7pPr>
            <a:lvl8pPr algn="l">
              <a:defRPr sz="1575" b="1">
                <a:solidFill>
                  <a:srgbClr val="147F7C"/>
                </a:solidFill>
                <a:latin typeface="Arial"/>
                <a:ea typeface="Arial"/>
                <a:cs typeface="Arial"/>
              </a:defRPr>
            </a:lvl8pPr>
            <a:lvl9pPr algn="l">
              <a:defRPr sz="1575" b="1">
                <a:solidFill>
                  <a:srgbClr val="147F7C"/>
                </a:solidFill>
                <a:latin typeface="Arial"/>
                <a:ea typeface="Arial"/>
                <a:cs typeface="Arial"/>
              </a:defRPr>
            </a:lvl9pPr>
          </a:lstStyle>
          <a:p xmlns:a="http://schemas.openxmlformats.org/drawingml/2006/main">
            <a:pPr algn="l">
              <a:defRPr sz="1575" b="1">
                <a:solidFill>
                  <a:srgbClr val="147F7C"/>
                </a:solidFill>
                <a:latin typeface="Arial"/>
                <a:ea typeface="Arial"/>
                <a:cs typeface="Arial"/>
              </a:defRPr>
            </a:pPr>
            <a:r>
              <a:rPr sz="1575" b="1">
                <a:solidFill>
                  <a:srgbClr val="147F7C"/>
                </a:solidFill>
                <a:latin typeface="Arial"/>
                <a:ea typeface="Arial"/>
                <a:cs typeface="Arial"/>
              </a:rPr>
              <a:t>WHO IT HELPS</a:t>
            </a:r>
          </a:p>
        </p:txBody>
      </p:sp>
      <p:sp>
        <p:nvSpPr>
          <p:cNvPr id="14" name="Travelers who&#10;revise plans&#10;&#10;Teams that need&#10;traceable agent&#10;">
            <a:extLst xmlns:a="http://schemas.openxmlformats.org/drawingml/2006/main">
              <a:ext uri="{FF2B5EF4-FFF2-40B4-BE49-F238E27FC236}">
                <a16:creationId xmlns:a16="http://schemas.microsoft.com/office/drawing/2014/main" id="{188A13EF-CD31-4008-8A58-584F8C900AD8}"/>
              </a:ext>
            </a:extLst>
          </p:cNvPr>
          <p:cNvSpPr>
            <a:spLocks xmlns:a="http://schemas.openxmlformats.org/drawingml/2006/main" noGrp="1"/>
          </p:cNvSpPr>
          <p:nvPr/>
        </p:nvSpPr>
        <p:spPr>
          <a:xfrm xmlns:a="http://schemas.openxmlformats.org/drawingml/2006/main">
            <a:off x="12573000" y="2819400"/>
            <a:ext cx="209550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102D45"/>
                </a:solidFill>
                <a:latin typeface="Arial"/>
                <a:ea typeface="Arial"/>
                <a:cs typeface="Arial"/>
              </a:defRPr>
            </a:defPPr>
            <a:lvl1pPr algn="l">
              <a:defRPr sz="2025" b="0">
                <a:solidFill>
                  <a:srgbClr val="102D45"/>
                </a:solidFill>
                <a:latin typeface="Arial"/>
                <a:ea typeface="Arial"/>
                <a:cs typeface="Arial"/>
              </a:defRPr>
            </a:lvl1pPr>
            <a:lvl2pPr algn="l">
              <a:defRPr sz="2025" b="0">
                <a:solidFill>
                  <a:srgbClr val="102D45"/>
                </a:solidFill>
                <a:latin typeface="Arial"/>
                <a:ea typeface="Arial"/>
                <a:cs typeface="Arial"/>
              </a:defRPr>
            </a:lvl2pPr>
            <a:lvl3pPr algn="l">
              <a:defRPr sz="2025" b="0">
                <a:solidFill>
                  <a:srgbClr val="102D45"/>
                </a:solidFill>
                <a:latin typeface="Arial"/>
                <a:ea typeface="Arial"/>
                <a:cs typeface="Arial"/>
              </a:defRPr>
            </a:lvl3pPr>
            <a:lvl4pPr algn="l">
              <a:defRPr sz="2025" b="0">
                <a:solidFill>
                  <a:srgbClr val="102D45"/>
                </a:solidFill>
                <a:latin typeface="Arial"/>
                <a:ea typeface="Arial"/>
                <a:cs typeface="Arial"/>
              </a:defRPr>
            </a:lvl4pPr>
            <a:lvl5pPr algn="l">
              <a:defRPr sz="2025" b="0">
                <a:solidFill>
                  <a:srgbClr val="102D45"/>
                </a:solidFill>
                <a:latin typeface="Arial"/>
                <a:ea typeface="Arial"/>
                <a:cs typeface="Arial"/>
              </a:defRPr>
            </a:lvl5pPr>
            <a:lvl6pPr algn="l">
              <a:defRPr sz="2025" b="0">
                <a:solidFill>
                  <a:srgbClr val="102D45"/>
                </a:solidFill>
                <a:latin typeface="Arial"/>
                <a:ea typeface="Arial"/>
                <a:cs typeface="Arial"/>
              </a:defRPr>
            </a:lvl6pPr>
            <a:lvl7pPr algn="l">
              <a:defRPr sz="2025" b="0">
                <a:solidFill>
                  <a:srgbClr val="102D45"/>
                </a:solidFill>
                <a:latin typeface="Arial"/>
                <a:ea typeface="Arial"/>
                <a:cs typeface="Arial"/>
              </a:defRPr>
            </a:lvl7pPr>
            <a:lvl8pPr algn="l">
              <a:defRPr sz="2025" b="0">
                <a:solidFill>
                  <a:srgbClr val="102D45"/>
                </a:solidFill>
                <a:latin typeface="Arial"/>
                <a:ea typeface="Arial"/>
                <a:cs typeface="Arial"/>
              </a:defRPr>
            </a:lvl8pPr>
            <a:lvl9pPr algn="l">
              <a:defRPr sz="2025" b="0">
                <a:solidFill>
                  <a:srgbClr val="102D45"/>
                </a:solidFill>
                <a:latin typeface="Arial"/>
                <a:ea typeface="Arial"/>
                <a:cs typeface="Arial"/>
              </a:defRPr>
            </a:lvl9pPr>
          </a:lstStyle>
          <a:p xmlns:a="http://schemas.openxmlformats.org/drawingml/2006/main">
            <a:pPr algn="l">
              <a:defRPr sz="2025" b="0">
                <a:solidFill>
                  <a:srgbClr val="102D45"/>
                </a:solidFill>
                <a:latin typeface="Arial"/>
                <a:ea typeface="Arial"/>
                <a:cs typeface="Arial"/>
              </a:defRPr>
            </a:pPr>
            <a:r>
              <a:rPr sz="2025" b="0">
                <a:solidFill>
                  <a:srgbClr val="102D45"/>
                </a:solidFill>
                <a:latin typeface="Arial"/>
                <a:ea typeface="Arial"/>
                <a:cs typeface="Arial"/>
              </a:rPr>
              <a:t>Travelers who</a:t>
            </a:r>
          </a:p>
          <a:p xmlns:a="http://schemas.openxmlformats.org/drawingml/2006/main">
            <a:pPr algn="l">
              <a:defRPr sz="2025" b="0">
                <a:solidFill>
                  <a:srgbClr val="102D45"/>
                </a:solidFill>
                <a:latin typeface="Arial"/>
                <a:ea typeface="Arial"/>
                <a:cs typeface="Arial"/>
              </a:defRPr>
            </a:pPr>
            <a:r>
              <a:rPr sz="2025" b="0">
                <a:solidFill>
                  <a:srgbClr val="102D45"/>
                </a:solidFill>
                <a:latin typeface="Arial"/>
                <a:ea typeface="Arial"/>
                <a:cs typeface="Arial"/>
              </a:rPr>
              <a:t>revise plans</a:t>
            </a:r>
          </a:p>
          <a:p xmlns:a="http://schemas.openxmlformats.org/drawingml/2006/main">
            <a:r>
              <a:t/>
            </a:r>
          </a:p>
          <a:p xmlns:a="http://schemas.openxmlformats.org/drawingml/2006/main">
            <a:pPr algn="l">
              <a:defRPr sz="2025" b="0">
                <a:solidFill>
                  <a:srgbClr val="102D45"/>
                </a:solidFill>
                <a:latin typeface="Arial"/>
                <a:ea typeface="Arial"/>
                <a:cs typeface="Arial"/>
              </a:defRPr>
            </a:pPr>
            <a:r>
              <a:rPr sz="2025" b="0">
                <a:solidFill>
                  <a:srgbClr val="102D45"/>
                </a:solidFill>
                <a:latin typeface="Arial"/>
                <a:ea typeface="Arial"/>
                <a:cs typeface="Arial"/>
              </a:rPr>
              <a:t>Teams that need</a:t>
            </a:r>
          </a:p>
          <a:p xmlns:a="http://schemas.openxmlformats.org/drawingml/2006/main">
            <a:pPr algn="l">
              <a:defRPr sz="2025" b="0">
                <a:solidFill>
                  <a:srgbClr val="102D45"/>
                </a:solidFill>
                <a:latin typeface="Arial"/>
                <a:ea typeface="Arial"/>
                <a:cs typeface="Arial"/>
              </a:defRPr>
            </a:pPr>
            <a:r>
              <a:rPr sz="2025" b="0">
                <a:solidFill>
                  <a:srgbClr val="102D45"/>
                </a:solidFill>
                <a:latin typeface="Arial"/>
                <a:ea typeface="Arial"/>
                <a:cs typeface="Arial"/>
              </a:rPr>
              <a:t>traceable agent</a:t>
            </a:r>
          </a:p>
          <a:p xmlns:a="http://schemas.openxmlformats.org/drawingml/2006/main">
            <a:pPr algn="l">
              <a:defRPr sz="2025" b="0">
                <a:solidFill>
                  <a:srgbClr val="102D45"/>
                </a:solidFill>
                <a:latin typeface="Arial"/>
                <a:ea typeface="Arial"/>
                <a:cs typeface="Arial"/>
              </a:defRPr>
            </a:pPr>
            <a:r>
              <a:rPr sz="2025" b="0">
                <a:solidFill>
                  <a:srgbClr val="102D45"/>
                </a:solidFill>
                <a:latin typeface="Arial"/>
                <a:ea typeface="Arial"/>
                <a:cs typeface="Arial"/>
              </a:rPr>
              <a:t>recommendations</a:t>
            </a:r>
          </a:p>
        </p:txBody>
      </p:sp>
      <p:sp>
        <p:nvSpPr>
          <p:cNvPr id="15" name="Prototype impact: fewer repeated requirements and clearer pl">
            <a:extLst xmlns:a="http://schemas.openxmlformats.org/drawingml/2006/main">
              <a:ext uri="{FF2B5EF4-FFF2-40B4-BE49-F238E27FC236}">
                <a16:creationId xmlns:a16="http://schemas.microsoft.com/office/drawing/2014/main" id="{02341DEC-4BDC-40BF-9D33-5CAF013F6A6C}"/>
              </a:ext>
            </a:extLst>
          </p:cNvPr>
          <p:cNvSpPr>
            <a:spLocks xmlns:a="http://schemas.openxmlformats.org/drawingml/2006/main" noGrp="1"/>
          </p:cNvSpPr>
          <p:nvPr/>
        </p:nvSpPr>
        <p:spPr>
          <a:xfrm xmlns:a="http://schemas.openxmlformats.org/drawingml/2006/main">
            <a:off x="685800" y="7458075"/>
            <a:ext cx="1381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53697A"/>
                </a:solidFill>
                <a:latin typeface="Arial"/>
                <a:ea typeface="Arial"/>
                <a:cs typeface="Arial"/>
              </a:defRPr>
            </a:defPPr>
            <a:lvl1pPr algn="l">
              <a:defRPr sz="1425" b="0">
                <a:solidFill>
                  <a:srgbClr val="53697A"/>
                </a:solidFill>
                <a:latin typeface="Arial"/>
                <a:ea typeface="Arial"/>
                <a:cs typeface="Arial"/>
              </a:defRPr>
            </a:lvl1pPr>
            <a:lvl2pPr algn="l">
              <a:defRPr sz="1425" b="0">
                <a:solidFill>
                  <a:srgbClr val="53697A"/>
                </a:solidFill>
                <a:latin typeface="Arial"/>
                <a:ea typeface="Arial"/>
                <a:cs typeface="Arial"/>
              </a:defRPr>
            </a:lvl2pPr>
            <a:lvl3pPr algn="l">
              <a:defRPr sz="1425" b="0">
                <a:solidFill>
                  <a:srgbClr val="53697A"/>
                </a:solidFill>
                <a:latin typeface="Arial"/>
                <a:ea typeface="Arial"/>
                <a:cs typeface="Arial"/>
              </a:defRPr>
            </a:lvl3pPr>
            <a:lvl4pPr algn="l">
              <a:defRPr sz="1425" b="0">
                <a:solidFill>
                  <a:srgbClr val="53697A"/>
                </a:solidFill>
                <a:latin typeface="Arial"/>
                <a:ea typeface="Arial"/>
                <a:cs typeface="Arial"/>
              </a:defRPr>
            </a:lvl4pPr>
            <a:lvl5pPr algn="l">
              <a:defRPr sz="1425" b="0">
                <a:solidFill>
                  <a:srgbClr val="53697A"/>
                </a:solidFill>
                <a:latin typeface="Arial"/>
                <a:ea typeface="Arial"/>
                <a:cs typeface="Arial"/>
              </a:defRPr>
            </a:lvl5pPr>
            <a:lvl6pPr algn="l">
              <a:defRPr sz="1425" b="0">
                <a:solidFill>
                  <a:srgbClr val="53697A"/>
                </a:solidFill>
                <a:latin typeface="Arial"/>
                <a:ea typeface="Arial"/>
                <a:cs typeface="Arial"/>
              </a:defRPr>
            </a:lvl6pPr>
            <a:lvl7pPr algn="l">
              <a:defRPr sz="1425" b="0">
                <a:solidFill>
                  <a:srgbClr val="53697A"/>
                </a:solidFill>
                <a:latin typeface="Arial"/>
                <a:ea typeface="Arial"/>
                <a:cs typeface="Arial"/>
              </a:defRPr>
            </a:lvl7pPr>
            <a:lvl8pPr algn="l">
              <a:defRPr sz="1425" b="0">
                <a:solidFill>
                  <a:srgbClr val="53697A"/>
                </a:solidFill>
                <a:latin typeface="Arial"/>
                <a:ea typeface="Arial"/>
                <a:cs typeface="Arial"/>
              </a:defRPr>
            </a:lvl8pPr>
            <a:lvl9pPr algn="l">
              <a:defRPr sz="1425" b="0">
                <a:solidFill>
                  <a:srgbClr val="53697A"/>
                </a:solidFill>
                <a:latin typeface="Arial"/>
                <a:ea typeface="Arial"/>
                <a:cs typeface="Arial"/>
              </a:defRPr>
            </a:lvl9pPr>
          </a:lstStyle>
          <a:p xmlns:a="http://schemas.openxmlformats.org/drawingml/2006/main">
            <a:pPr algn="l">
              <a:defRPr sz="1425" b="0">
                <a:solidFill>
                  <a:srgbClr val="53697A"/>
                </a:solidFill>
                <a:latin typeface="Arial"/>
                <a:ea typeface="Arial"/>
                <a:cs typeface="Arial"/>
              </a:defRPr>
            </a:pPr>
            <a:r>
              <a:rPr sz="1425" b="0">
                <a:solidFill>
                  <a:srgbClr val="53697A"/>
                </a:solidFill>
                <a:latin typeface="Arial"/>
                <a:ea typeface="Arial"/>
                <a:cs typeface="Arial"/>
              </a:rPr>
              <a:t>Prototype impact: fewer repeated requirements and clearer plan revisions. User-outcome gains remain unmeasured.</a:t>
            </a:r>
          </a:p>
        </p:txBody>
      </p:sp>
    </p:spTree>
    <p:extLst>
      <p:ext uri="{BB962C8B-B14F-4D97-AF65-F5344CB8AC3E}">
        <p14:creationId xmlns:p14="http://schemas.microsoft.com/office/powerpoint/2010/main" val="1942189108"/>
      </p:ext>
    </p:extLst>
  </p:cSld>
</p:sld>
</file>

<file path=ppt/slides/slide3.xml><?xml version="1.0" encoding="utf-8"?>
<p:sld xmlns:p="http://schemas.openxmlformats.org/presentationml/2006/main">
  <p:cSld>
    <p:bg>
      <p:bgPr>
        <a:solidFill xmlns:a="http://schemas.openxmlformats.org/drawingml/2006/main">
          <a:srgbClr val="FAF7F0"/>
        </a:solidFill>
      </p:bgPr>
    </p:bg>
    <p:spTree>
      <p:nvGrpSpPr>
        <p:cNvPr id="1" name=""/>
        <p:cNvGrpSpPr/>
        <p:nvPr/>
      </p:nvGrpSpPr>
      <p:grpSpPr>
        <a:xfrm xmlns:a="http://schemas.openxmlformats.org/drawingml/2006/main"/>
      </p:grpSpPr>
      <p:cxnSp>
        <p:nvCxnSpPr>
          <p:cNvPr id="28" name="">
            <a:extLst xmlns:a="http://schemas.openxmlformats.org/drawingml/2006/main">
              <a:ext uri="{FF2B5EF4-FFF2-40B4-BE49-F238E27FC236}">
                <a16:creationId xmlns:a16="http://schemas.microsoft.com/office/drawing/2014/main" id="{3F87F353-7EEF-4225-A79F-6328E5BFA767}"/>
              </a:ext>
            </a:extLst>
          </p:cNvPr>
          <p:cNvCxnSpPr>
            <a:stCxn xmlns:a="http://schemas.openxmlformats.org/drawingml/2006/main" id="16" idx="2"/>
            <a:endCxn xmlns:a="http://schemas.openxmlformats.org/drawingml/2006/main" id="25" idx="0"/>
          </p:cNvCxnSpPr>
          <p:nvPr/>
        </p:nvCxnSpPr>
        <p:spPr>
          <a:xfrm xmlns:a="http://schemas.openxmlformats.org/drawingml/2006/main">
            <a:off x="9715500" y="5000625"/>
            <a:ext cx="3476625" cy="1190625"/>
          </a:xfrm>
          <a:prstGeom xmlns:a="http://schemas.openxmlformats.org/drawingml/2006/main" prst="straightConnector1">
            <a:avLst/>
          </a:prstGeom>
          <a:ln xmlns:a="http://schemas.openxmlformats.org/drawingml/2006/main" w="20955">
            <a:solidFill>
              <a:srgbClr val="5D83A1"/>
            </a:solidFill>
            <a:prstDash val="solid"/>
            <a:tailEnd type="triangle" w="med" len="med"/>
          </a:ln>
        </p:spPr>
      </p:cxnSp>
      <p:cxnSp>
        <p:nvCxnSpPr>
          <p:cNvPr id="27" name="">
            <a:extLst xmlns:a="http://schemas.openxmlformats.org/drawingml/2006/main">
              <a:ext uri="{FF2B5EF4-FFF2-40B4-BE49-F238E27FC236}">
                <a16:creationId xmlns:a16="http://schemas.microsoft.com/office/drawing/2014/main" id="{8D5E92DA-2299-406E-B51A-4771EFAC3D5E}"/>
              </a:ext>
            </a:extLst>
          </p:cNvPr>
          <p:cNvCxnSpPr>
            <a:stCxn xmlns:a="http://schemas.openxmlformats.org/drawingml/2006/main" id="16" idx="2"/>
            <a:endCxn xmlns:a="http://schemas.openxmlformats.org/drawingml/2006/main" id="24" idx="0"/>
          </p:cNvCxnSpPr>
          <p:nvPr/>
        </p:nvCxnSpPr>
        <p:spPr>
          <a:xfrm xmlns:a="http://schemas.openxmlformats.org/drawingml/2006/main">
            <a:off x="9715500" y="5000625"/>
            <a:ext cx="214313" cy="1190625"/>
          </a:xfrm>
          <a:prstGeom xmlns:a="http://schemas.openxmlformats.org/drawingml/2006/main" prst="straightConnector1">
            <a:avLst/>
          </a:prstGeom>
          <a:ln xmlns:a="http://schemas.openxmlformats.org/drawingml/2006/main" w="20955">
            <a:solidFill>
              <a:srgbClr val="147F7C"/>
            </a:solidFill>
            <a:prstDash val="solid"/>
            <a:tailEnd type="triangle" w="med" len="med"/>
          </a:ln>
        </p:spPr>
      </p:cxnSp>
      <p:cxnSp>
        <p:nvCxnSpPr>
          <p:cNvPr id="26" name="">
            <a:extLst xmlns:a="http://schemas.openxmlformats.org/drawingml/2006/main">
              <a:ext uri="{FF2B5EF4-FFF2-40B4-BE49-F238E27FC236}">
                <a16:creationId xmlns:a16="http://schemas.microsoft.com/office/drawing/2014/main" id="{18684F02-59AC-45DA-B5A4-92F57DF91BD3}"/>
              </a:ext>
            </a:extLst>
          </p:cNvPr>
          <p:cNvCxnSpPr>
            <a:stCxn xmlns:a="http://schemas.openxmlformats.org/drawingml/2006/main" id="16" idx="2"/>
            <a:endCxn xmlns:a="http://schemas.openxmlformats.org/drawingml/2006/main" id="23" idx="0"/>
          </p:cNvCxnSpPr>
          <p:nvPr/>
        </p:nvCxnSpPr>
        <p:spPr>
          <a:xfrm xmlns:a="http://schemas.openxmlformats.org/drawingml/2006/main" flipH="1">
            <a:off x="6596063" y="5000625"/>
            <a:ext cx="3119438" cy="1190625"/>
          </a:xfrm>
          <a:prstGeom xmlns:a="http://schemas.openxmlformats.org/drawingml/2006/main" prst="straightConnector1">
            <a:avLst/>
          </a:prstGeom>
          <a:ln xmlns:a="http://schemas.openxmlformats.org/drawingml/2006/main" w="20955">
            <a:solidFill>
              <a:srgbClr val="EF7930"/>
            </a:solidFill>
            <a:prstDash val="solid"/>
            <a:tailEnd type="triangle" w="med" len="med"/>
          </a:ln>
        </p:spPr>
      </p:cxnSp>
      <p:cxnSp>
        <p:nvCxnSpPr>
          <p:cNvPr id="22" name="">
            <a:extLst xmlns:a="http://schemas.openxmlformats.org/drawingml/2006/main">
              <a:ext uri="{FF2B5EF4-FFF2-40B4-BE49-F238E27FC236}">
                <a16:creationId xmlns:a16="http://schemas.microsoft.com/office/drawing/2014/main" id="{21A02B97-BE55-4B78-AFAD-A921C56FA5CE}"/>
              </a:ext>
            </a:extLst>
          </p:cNvPr>
          <p:cNvCxnSpPr>
            <a:stCxn xmlns:a="http://schemas.openxmlformats.org/drawingml/2006/main" id="16" idx="1"/>
            <a:endCxn xmlns:a="http://schemas.openxmlformats.org/drawingml/2006/main" id="15" idx="3"/>
          </p:cNvCxnSpPr>
          <p:nvPr/>
        </p:nvCxnSpPr>
        <p:spPr>
          <a:xfrm xmlns:a="http://schemas.openxmlformats.org/drawingml/2006/main" flipH="1">
            <a:off x="7620000" y="4548188"/>
            <a:ext cx="666750" cy="0"/>
          </a:xfrm>
          <a:prstGeom xmlns:a="http://schemas.openxmlformats.org/drawingml/2006/main" prst="straightConnector1">
            <a:avLst/>
          </a:prstGeom>
          <a:ln xmlns:a="http://schemas.openxmlformats.org/drawingml/2006/main" w="20955">
            <a:solidFill>
              <a:srgbClr val="147F7C"/>
            </a:solidFill>
            <a:prstDash val="solid"/>
            <a:tailEnd type="triangle" w="med" len="med"/>
          </a:ln>
        </p:spPr>
      </p:cxnSp>
      <p:cxnSp>
        <p:nvCxnSpPr>
          <p:cNvPr id="21" name="">
            <a:extLst xmlns:a="http://schemas.openxmlformats.org/drawingml/2006/main">
              <a:ext uri="{FF2B5EF4-FFF2-40B4-BE49-F238E27FC236}">
                <a16:creationId xmlns:a16="http://schemas.microsoft.com/office/drawing/2014/main" id="{40D00D71-A726-43DC-8177-B1A706D8BC63}"/>
              </a:ext>
            </a:extLst>
          </p:cNvPr>
          <p:cNvCxnSpPr>
            <a:stCxn xmlns:a="http://schemas.openxmlformats.org/drawingml/2006/main" id="16" idx="3"/>
            <a:endCxn xmlns:a="http://schemas.openxmlformats.org/drawingml/2006/main" id="14" idx="1"/>
          </p:cNvCxnSpPr>
          <p:nvPr/>
        </p:nvCxnSpPr>
        <p:spPr>
          <a:xfrm xmlns:a="http://schemas.openxmlformats.org/drawingml/2006/main">
            <a:off x="11144250" y="4548188"/>
            <a:ext cx="666750" cy="0"/>
          </a:xfrm>
          <a:prstGeom xmlns:a="http://schemas.openxmlformats.org/drawingml/2006/main" prst="straightConnector1">
            <a:avLst/>
          </a:prstGeom>
          <a:ln xmlns:a="http://schemas.openxmlformats.org/drawingml/2006/main" w="20955">
            <a:solidFill>
              <a:srgbClr val="53697A"/>
            </a:solidFill>
            <a:prstDash val="solid"/>
            <a:tailEnd type="triangle" w="med" len="med"/>
          </a:ln>
        </p:spPr>
      </p:cxnSp>
      <p:cxnSp>
        <p:nvCxnSpPr>
          <p:cNvPr id="20" name="">
            <a:extLst xmlns:a="http://schemas.openxmlformats.org/drawingml/2006/main">
              <a:ext uri="{FF2B5EF4-FFF2-40B4-BE49-F238E27FC236}">
                <a16:creationId xmlns:a16="http://schemas.microsoft.com/office/drawing/2014/main" id="{BAA16EA0-5065-40A0-BB7B-382CE5B15BE3}"/>
              </a:ext>
            </a:extLst>
          </p:cNvPr>
          <p:cNvCxnSpPr>
            <a:stCxn xmlns:a="http://schemas.openxmlformats.org/drawingml/2006/main" id="13" idx="2"/>
            <a:endCxn xmlns:a="http://schemas.openxmlformats.org/drawingml/2006/main" id="16" idx="0"/>
          </p:cNvCxnSpPr>
          <p:nvPr/>
        </p:nvCxnSpPr>
        <p:spPr>
          <a:xfrm xmlns:a="http://schemas.openxmlformats.org/drawingml/2006/main">
            <a:off x="9715500" y="3219450"/>
            <a:ext cx="0" cy="876300"/>
          </a:xfrm>
          <a:prstGeom xmlns:a="http://schemas.openxmlformats.org/drawingml/2006/main" prst="straightConnector1">
            <a:avLst/>
          </a:prstGeom>
          <a:ln xmlns:a="http://schemas.openxmlformats.org/drawingml/2006/main" w="20955">
            <a:solidFill>
              <a:srgbClr val="EF7930"/>
            </a:solidFill>
            <a:prstDash val="solid"/>
            <a:tailEnd type="triangle" w="med" len="med"/>
          </a:ln>
        </p:spPr>
      </p:cxnSp>
      <p:cxnSp>
        <p:nvCxnSpPr>
          <p:cNvPr id="19" name="">
            <a:extLst xmlns:a="http://schemas.openxmlformats.org/drawingml/2006/main">
              <a:ext uri="{FF2B5EF4-FFF2-40B4-BE49-F238E27FC236}">
                <a16:creationId xmlns:a16="http://schemas.microsoft.com/office/drawing/2014/main" id="{CB2A7755-C55E-4549-B909-BD9BFD394CD8}"/>
              </a:ext>
            </a:extLst>
          </p:cNvPr>
          <p:cNvCxnSpPr>
            <a:stCxn xmlns:a="http://schemas.openxmlformats.org/drawingml/2006/main" id="13" idx="3"/>
            <a:endCxn xmlns:a="http://schemas.openxmlformats.org/drawingml/2006/main" id="17" idx="1"/>
          </p:cNvCxnSpPr>
          <p:nvPr/>
        </p:nvCxnSpPr>
        <p:spPr>
          <a:xfrm xmlns:a="http://schemas.openxmlformats.org/drawingml/2006/main">
            <a:off x="11144250" y="2743200"/>
            <a:ext cx="666750" cy="0"/>
          </a:xfrm>
          <a:prstGeom xmlns:a="http://schemas.openxmlformats.org/drawingml/2006/main" prst="straightConnector1">
            <a:avLst/>
          </a:prstGeom>
          <a:ln xmlns:a="http://schemas.openxmlformats.org/drawingml/2006/main" w="20955">
            <a:solidFill>
              <a:srgbClr val="53697A"/>
            </a:solidFill>
            <a:prstDash val="solid"/>
            <a:tailEnd type="triangle" w="med" len="med"/>
          </a:ln>
        </p:spPr>
      </p:cxnSp>
      <p:cxnSp>
        <p:nvCxnSpPr>
          <p:cNvPr id="18" name="">
            <a:extLst xmlns:a="http://schemas.openxmlformats.org/drawingml/2006/main">
              <a:ext uri="{FF2B5EF4-FFF2-40B4-BE49-F238E27FC236}">
                <a16:creationId xmlns:a16="http://schemas.microsoft.com/office/drawing/2014/main" id="{44D89CBA-A12D-4491-B3E3-FC2721B074F4}"/>
              </a:ext>
            </a:extLst>
          </p:cNvPr>
          <p:cNvCxnSpPr>
            <a:stCxn xmlns:a="http://schemas.openxmlformats.org/drawingml/2006/main" id="12" idx="3"/>
            <a:endCxn xmlns:a="http://schemas.openxmlformats.org/drawingml/2006/main" id="13" idx="1"/>
          </p:cNvCxnSpPr>
          <p:nvPr/>
        </p:nvCxnSpPr>
        <p:spPr>
          <a:xfrm xmlns:a="http://schemas.openxmlformats.org/drawingml/2006/main">
            <a:off x="7620000" y="2743200"/>
            <a:ext cx="666750" cy="0"/>
          </a:xfrm>
          <a:prstGeom xmlns:a="http://schemas.openxmlformats.org/drawingml/2006/main" prst="straightConnector1">
            <a:avLst/>
          </a:prstGeom>
          <a:ln xmlns:a="http://schemas.openxmlformats.org/drawingml/2006/main" w="20955">
            <a:solidFill>
              <a:srgbClr val="53697A"/>
            </a:solidFill>
            <a:prstDash val="solid"/>
            <a:tailEnd type="triangle" w="med" len="med"/>
          </a:ln>
        </p:spPr>
      </p:cxnSp>
      <p:sp>
        <p:nvSpPr>
          <p:cNvPr id="29" name="System architecture and three-tier memory">
            <a:extLst xmlns:a="http://schemas.openxmlformats.org/drawingml/2006/main">
              <a:ext uri="{FF2B5EF4-FFF2-40B4-BE49-F238E27FC236}">
                <a16:creationId xmlns:a16="http://schemas.microsoft.com/office/drawing/2014/main" id="{B12108BD-A479-4161-A8DB-75747FFACB2E}"/>
              </a:ext>
            </a:extLst>
          </p:cNvPr>
          <p:cNvSpPr>
            <a:spLocks xmlns:a="http://schemas.openxmlformats.org/drawingml/2006/main" noGrp="1"/>
          </p:cNvSpPr>
          <p:nvPr/>
        </p:nvSpPr>
        <p:spPr>
          <a:xfrm xmlns:a="http://schemas.openxmlformats.org/drawingml/2006/main">
            <a:off x="666750" y="571500"/>
            <a:ext cx="139065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750" b="1">
                <a:solidFill>
                  <a:srgbClr val="102D45"/>
                </a:solidFill>
                <a:latin typeface="Arial"/>
                <a:ea typeface="Arial"/>
                <a:cs typeface="Arial"/>
              </a:defRPr>
            </a:defPPr>
            <a:lvl1pPr algn="l">
              <a:defRPr sz="3750" b="1">
                <a:solidFill>
                  <a:srgbClr val="102D45"/>
                </a:solidFill>
                <a:latin typeface="Arial"/>
                <a:ea typeface="Arial"/>
                <a:cs typeface="Arial"/>
              </a:defRPr>
            </a:lvl1pPr>
            <a:lvl2pPr algn="l">
              <a:defRPr sz="3750" b="1">
                <a:solidFill>
                  <a:srgbClr val="102D45"/>
                </a:solidFill>
                <a:latin typeface="Arial"/>
                <a:ea typeface="Arial"/>
                <a:cs typeface="Arial"/>
              </a:defRPr>
            </a:lvl2pPr>
            <a:lvl3pPr algn="l">
              <a:defRPr sz="3750" b="1">
                <a:solidFill>
                  <a:srgbClr val="102D45"/>
                </a:solidFill>
                <a:latin typeface="Arial"/>
                <a:ea typeface="Arial"/>
                <a:cs typeface="Arial"/>
              </a:defRPr>
            </a:lvl3pPr>
            <a:lvl4pPr algn="l">
              <a:defRPr sz="3750" b="1">
                <a:solidFill>
                  <a:srgbClr val="102D45"/>
                </a:solidFill>
                <a:latin typeface="Arial"/>
                <a:ea typeface="Arial"/>
                <a:cs typeface="Arial"/>
              </a:defRPr>
            </a:lvl4pPr>
            <a:lvl5pPr algn="l">
              <a:defRPr sz="3750" b="1">
                <a:solidFill>
                  <a:srgbClr val="102D45"/>
                </a:solidFill>
                <a:latin typeface="Arial"/>
                <a:ea typeface="Arial"/>
                <a:cs typeface="Arial"/>
              </a:defRPr>
            </a:lvl5pPr>
            <a:lvl6pPr algn="l">
              <a:defRPr sz="3750" b="1">
                <a:solidFill>
                  <a:srgbClr val="102D45"/>
                </a:solidFill>
                <a:latin typeface="Arial"/>
                <a:ea typeface="Arial"/>
                <a:cs typeface="Arial"/>
              </a:defRPr>
            </a:lvl6pPr>
            <a:lvl7pPr algn="l">
              <a:defRPr sz="3750" b="1">
                <a:solidFill>
                  <a:srgbClr val="102D45"/>
                </a:solidFill>
                <a:latin typeface="Arial"/>
                <a:ea typeface="Arial"/>
                <a:cs typeface="Arial"/>
              </a:defRPr>
            </a:lvl7pPr>
            <a:lvl8pPr algn="l">
              <a:defRPr sz="3750" b="1">
                <a:solidFill>
                  <a:srgbClr val="102D45"/>
                </a:solidFill>
                <a:latin typeface="Arial"/>
                <a:ea typeface="Arial"/>
                <a:cs typeface="Arial"/>
              </a:defRPr>
            </a:lvl8pPr>
            <a:lvl9pPr algn="l">
              <a:defRPr sz="3750" b="1">
                <a:solidFill>
                  <a:srgbClr val="102D45"/>
                </a:solidFill>
                <a:latin typeface="Arial"/>
                <a:ea typeface="Arial"/>
                <a:cs typeface="Arial"/>
              </a:defRPr>
            </a:lvl9pPr>
          </a:lstStyle>
          <a:p xmlns:a="http://schemas.openxmlformats.org/drawingml/2006/main">
            <a:pPr algn="l">
              <a:defRPr sz="3750" b="1">
                <a:solidFill>
                  <a:srgbClr val="102D45"/>
                </a:solidFill>
                <a:latin typeface="Arial"/>
                <a:ea typeface="Arial"/>
                <a:cs typeface="Arial"/>
              </a:defRPr>
            </a:pPr>
            <a:r>
              <a:rPr sz="3750" b="1">
                <a:solidFill>
                  <a:srgbClr val="102D45"/>
                </a:solidFill>
                <a:latin typeface="Arial"/>
                <a:ea typeface="Arial"/>
                <a:cs typeface="Arial"/>
              </a:rPr>
              <a:t>System architecture and three-tier memory</a:t>
            </a:r>
          </a:p>
        </p:txBody>
      </p:sp>
      <p:sp>
        <p:nvSpPr>
          <p:cNvPr id="2" name="">
            <a:extLst xmlns:a="http://schemas.openxmlformats.org/drawingml/2006/main">
              <a:ext uri="{FF2B5EF4-FFF2-40B4-BE49-F238E27FC236}">
                <a16:creationId xmlns:a16="http://schemas.microsoft.com/office/drawing/2014/main" id="{4814BE83-9E79-4A35-B59E-1C8DAB2C6AA4}"/>
              </a:ext>
            </a:extLst>
          </p:cNvPr>
          <p:cNvSpPr>
            <a:spLocks xmlns:a="http://schemas.openxmlformats.org/drawingml/2006/main" noGrp="1"/>
          </p:cNvSpPr>
          <p:nvPr/>
        </p:nvSpPr>
        <p:spPr>
          <a:xfrm xmlns:a="http://schemas.openxmlformats.org/drawingml/2006/main">
            <a:off x="666750" y="7905750"/>
            <a:ext cx="13906500" cy="0"/>
          </a:xfrm>
          <a:prstGeom xmlns:a="http://schemas.openxmlformats.org/drawingml/2006/main" prst="line">
            <a:avLst/>
          </a:prstGeom>
          <a:ln xmlns:a="http://schemas.openxmlformats.org/drawingml/2006/main" w="13335">
            <a:solidFill>
              <a:srgbClr val="C9D3DA"/>
            </a:solidFill>
          </a:ln>
        </p:spPr>
      </p:sp>
      <p:sp>
        <p:nvSpPr>
          <p:cNvPr id="3" name="UNSTOPPABLE 4s">
            <a:extLst xmlns:a="http://schemas.openxmlformats.org/drawingml/2006/main">
              <a:ext uri="{FF2B5EF4-FFF2-40B4-BE49-F238E27FC236}">
                <a16:creationId xmlns:a16="http://schemas.microsoft.com/office/drawing/2014/main" id="{942BF4A1-66EF-4297-BF9C-7FF407363017}"/>
              </a:ext>
            </a:extLst>
          </p:cNvPr>
          <p:cNvSpPr>
            <a:spLocks xmlns:a="http://schemas.openxmlformats.org/drawingml/2006/main" noGrp="1"/>
          </p:cNvSpPr>
          <p:nvPr/>
        </p:nvSpPr>
        <p:spPr>
          <a:xfrm xmlns:a="http://schemas.openxmlformats.org/drawingml/2006/main">
            <a:off x="666750" y="8096250"/>
            <a:ext cx="5334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1">
                <a:solidFill>
                  <a:srgbClr val="53697A"/>
                </a:solidFill>
                <a:latin typeface="Arial"/>
                <a:ea typeface="Arial"/>
                <a:cs typeface="Arial"/>
              </a:defRPr>
            </a:defPPr>
            <a:lvl1pPr algn="l">
              <a:defRPr sz="1275" b="1">
                <a:solidFill>
                  <a:srgbClr val="53697A"/>
                </a:solidFill>
                <a:latin typeface="Arial"/>
                <a:ea typeface="Arial"/>
                <a:cs typeface="Arial"/>
              </a:defRPr>
            </a:lvl1pPr>
            <a:lvl2pPr algn="l">
              <a:defRPr sz="1275" b="1">
                <a:solidFill>
                  <a:srgbClr val="53697A"/>
                </a:solidFill>
                <a:latin typeface="Arial"/>
                <a:ea typeface="Arial"/>
                <a:cs typeface="Arial"/>
              </a:defRPr>
            </a:lvl2pPr>
            <a:lvl3pPr algn="l">
              <a:defRPr sz="1275" b="1">
                <a:solidFill>
                  <a:srgbClr val="53697A"/>
                </a:solidFill>
                <a:latin typeface="Arial"/>
                <a:ea typeface="Arial"/>
                <a:cs typeface="Arial"/>
              </a:defRPr>
            </a:lvl3pPr>
            <a:lvl4pPr algn="l">
              <a:defRPr sz="1275" b="1">
                <a:solidFill>
                  <a:srgbClr val="53697A"/>
                </a:solidFill>
                <a:latin typeface="Arial"/>
                <a:ea typeface="Arial"/>
                <a:cs typeface="Arial"/>
              </a:defRPr>
            </a:lvl4pPr>
            <a:lvl5pPr algn="l">
              <a:defRPr sz="1275" b="1">
                <a:solidFill>
                  <a:srgbClr val="53697A"/>
                </a:solidFill>
                <a:latin typeface="Arial"/>
                <a:ea typeface="Arial"/>
                <a:cs typeface="Arial"/>
              </a:defRPr>
            </a:lvl5pPr>
            <a:lvl6pPr algn="l">
              <a:defRPr sz="1275" b="1">
                <a:solidFill>
                  <a:srgbClr val="53697A"/>
                </a:solidFill>
                <a:latin typeface="Arial"/>
                <a:ea typeface="Arial"/>
                <a:cs typeface="Arial"/>
              </a:defRPr>
            </a:lvl6pPr>
            <a:lvl7pPr algn="l">
              <a:defRPr sz="1275" b="1">
                <a:solidFill>
                  <a:srgbClr val="53697A"/>
                </a:solidFill>
                <a:latin typeface="Arial"/>
                <a:ea typeface="Arial"/>
                <a:cs typeface="Arial"/>
              </a:defRPr>
            </a:lvl7pPr>
            <a:lvl8pPr algn="l">
              <a:defRPr sz="1275" b="1">
                <a:solidFill>
                  <a:srgbClr val="53697A"/>
                </a:solidFill>
                <a:latin typeface="Arial"/>
                <a:ea typeface="Arial"/>
                <a:cs typeface="Arial"/>
              </a:defRPr>
            </a:lvl8pPr>
            <a:lvl9pPr algn="l">
              <a:defRPr sz="1275" b="1">
                <a:solidFill>
                  <a:srgbClr val="53697A"/>
                </a:solidFill>
                <a:latin typeface="Arial"/>
                <a:ea typeface="Arial"/>
                <a:cs typeface="Arial"/>
              </a:defRPr>
            </a:lvl9pPr>
          </a:lstStyle>
          <a:p xmlns:a="http://schemas.openxmlformats.org/drawingml/2006/main">
            <a:pPr algn="l">
              <a:defRPr sz="1275" b="1">
                <a:solidFill>
                  <a:srgbClr val="53697A"/>
                </a:solidFill>
                <a:latin typeface="Arial"/>
                <a:ea typeface="Arial"/>
                <a:cs typeface="Arial"/>
              </a:defRPr>
            </a:pPr>
            <a:r>
              <a:rPr sz="1275" b="1">
                <a:solidFill>
                  <a:srgbClr val="53697A"/>
                </a:solidFill>
                <a:latin typeface="Arial"/>
                <a:ea typeface="Arial"/>
                <a:cs typeface="Arial"/>
              </a:rPr>
              <a:t>UNSTOPPABLE 4s</a:t>
            </a:r>
          </a:p>
        </p:txBody>
      </p:sp>
      <p:sp>
        <p:nvSpPr>
          <p:cNvPr id="4" name="03 / 08">
            <a:extLst xmlns:a="http://schemas.openxmlformats.org/drawingml/2006/main">
              <a:ext uri="{FF2B5EF4-FFF2-40B4-BE49-F238E27FC236}">
                <a16:creationId xmlns:a16="http://schemas.microsoft.com/office/drawing/2014/main" id="{2EB4B4C3-DED6-4DCC-92AF-39DAAE141BD2}"/>
              </a:ext>
            </a:extLst>
          </p:cNvPr>
          <p:cNvSpPr>
            <a:spLocks xmlns:a="http://schemas.openxmlformats.org/drawingml/2006/main" noGrp="1"/>
          </p:cNvSpPr>
          <p:nvPr/>
        </p:nvSpPr>
        <p:spPr>
          <a:xfrm xmlns:a="http://schemas.openxmlformats.org/drawingml/2006/main">
            <a:off x="13430250" y="8096250"/>
            <a:ext cx="1143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3697A"/>
                </a:solidFill>
                <a:latin typeface="Arial"/>
                <a:ea typeface="Arial"/>
                <a:cs typeface="Arial"/>
              </a:defRPr>
            </a:defPPr>
            <a:lvl1pPr algn="r">
              <a:defRPr sz="1275" b="0">
                <a:solidFill>
                  <a:srgbClr val="53697A"/>
                </a:solidFill>
                <a:latin typeface="Arial"/>
                <a:ea typeface="Arial"/>
                <a:cs typeface="Arial"/>
              </a:defRPr>
            </a:lvl1pPr>
            <a:lvl2pPr algn="r">
              <a:defRPr sz="1275" b="0">
                <a:solidFill>
                  <a:srgbClr val="53697A"/>
                </a:solidFill>
                <a:latin typeface="Arial"/>
                <a:ea typeface="Arial"/>
                <a:cs typeface="Arial"/>
              </a:defRPr>
            </a:lvl2pPr>
            <a:lvl3pPr algn="r">
              <a:defRPr sz="1275" b="0">
                <a:solidFill>
                  <a:srgbClr val="53697A"/>
                </a:solidFill>
                <a:latin typeface="Arial"/>
                <a:ea typeface="Arial"/>
                <a:cs typeface="Arial"/>
              </a:defRPr>
            </a:lvl3pPr>
            <a:lvl4pPr algn="r">
              <a:defRPr sz="1275" b="0">
                <a:solidFill>
                  <a:srgbClr val="53697A"/>
                </a:solidFill>
                <a:latin typeface="Arial"/>
                <a:ea typeface="Arial"/>
                <a:cs typeface="Arial"/>
              </a:defRPr>
            </a:lvl4pPr>
            <a:lvl5pPr algn="r">
              <a:defRPr sz="1275" b="0">
                <a:solidFill>
                  <a:srgbClr val="53697A"/>
                </a:solidFill>
                <a:latin typeface="Arial"/>
                <a:ea typeface="Arial"/>
                <a:cs typeface="Arial"/>
              </a:defRPr>
            </a:lvl5pPr>
            <a:lvl6pPr algn="r">
              <a:defRPr sz="1275" b="0">
                <a:solidFill>
                  <a:srgbClr val="53697A"/>
                </a:solidFill>
                <a:latin typeface="Arial"/>
                <a:ea typeface="Arial"/>
                <a:cs typeface="Arial"/>
              </a:defRPr>
            </a:lvl6pPr>
            <a:lvl7pPr algn="r">
              <a:defRPr sz="1275" b="0">
                <a:solidFill>
                  <a:srgbClr val="53697A"/>
                </a:solidFill>
                <a:latin typeface="Arial"/>
                <a:ea typeface="Arial"/>
                <a:cs typeface="Arial"/>
              </a:defRPr>
            </a:lvl7pPr>
            <a:lvl8pPr algn="r">
              <a:defRPr sz="1275" b="0">
                <a:solidFill>
                  <a:srgbClr val="53697A"/>
                </a:solidFill>
                <a:latin typeface="Arial"/>
                <a:ea typeface="Arial"/>
                <a:cs typeface="Arial"/>
              </a:defRPr>
            </a:lvl8pPr>
            <a:lvl9pPr algn="r">
              <a:defRPr sz="1275" b="0">
                <a:solidFill>
                  <a:srgbClr val="53697A"/>
                </a:solidFill>
                <a:latin typeface="Arial"/>
                <a:ea typeface="Arial"/>
                <a:cs typeface="Arial"/>
              </a:defRPr>
            </a:lvl9pPr>
          </a:lstStyle>
          <a:p xmlns:a="http://schemas.openxmlformats.org/drawingml/2006/main">
            <a:pPr algn="r">
              <a:defRPr sz="1275" b="0">
                <a:solidFill>
                  <a:srgbClr val="53697A"/>
                </a:solidFill>
                <a:latin typeface="Arial"/>
                <a:ea typeface="Arial"/>
                <a:cs typeface="Arial"/>
              </a:defRPr>
            </a:pPr>
            <a:r>
              <a:rPr sz="1275" b="0">
                <a:solidFill>
                  <a:srgbClr val="53697A"/>
                </a:solidFill>
                <a:latin typeface="Arial"/>
                <a:ea typeface="Arial"/>
                <a:cs typeface="Arial"/>
              </a:rPr>
              <a:t>03 / 08</a:t>
            </a:r>
          </a:p>
        </p:txBody>
      </p:sp>
      <p:sp>
        <p:nvSpPr>
          <p:cNvPr id="5" name="One backend owns the connected memory runtime">
            <a:extLst xmlns:a="http://schemas.openxmlformats.org/drawingml/2006/main">
              <a:ext uri="{FF2B5EF4-FFF2-40B4-BE49-F238E27FC236}">
                <a16:creationId xmlns:a16="http://schemas.microsoft.com/office/drawing/2014/main" id="{28F36811-9D51-492C-BC3B-CA8C44723D8E}"/>
              </a:ext>
            </a:extLst>
          </p:cNvPr>
          <p:cNvSpPr>
            <a:spLocks xmlns:a="http://schemas.openxmlformats.org/drawingml/2006/main" noGrp="1"/>
          </p:cNvSpPr>
          <p:nvPr/>
        </p:nvSpPr>
        <p:spPr>
          <a:xfrm xmlns:a="http://schemas.openxmlformats.org/drawingml/2006/main">
            <a:off x="666750" y="1562100"/>
            <a:ext cx="13335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EF7930"/>
                </a:solidFill>
                <a:latin typeface="Arial"/>
                <a:ea typeface="Arial"/>
                <a:cs typeface="Arial"/>
              </a:defRPr>
            </a:defPPr>
            <a:lvl1pPr algn="l">
              <a:defRPr sz="2250" b="1">
                <a:solidFill>
                  <a:srgbClr val="EF7930"/>
                </a:solidFill>
                <a:latin typeface="Arial"/>
                <a:ea typeface="Arial"/>
                <a:cs typeface="Arial"/>
              </a:defRPr>
            </a:lvl1pPr>
            <a:lvl2pPr algn="l">
              <a:defRPr sz="2250" b="1">
                <a:solidFill>
                  <a:srgbClr val="EF7930"/>
                </a:solidFill>
                <a:latin typeface="Arial"/>
                <a:ea typeface="Arial"/>
                <a:cs typeface="Arial"/>
              </a:defRPr>
            </a:lvl2pPr>
            <a:lvl3pPr algn="l">
              <a:defRPr sz="2250" b="1">
                <a:solidFill>
                  <a:srgbClr val="EF7930"/>
                </a:solidFill>
                <a:latin typeface="Arial"/>
                <a:ea typeface="Arial"/>
                <a:cs typeface="Arial"/>
              </a:defRPr>
            </a:lvl3pPr>
            <a:lvl4pPr algn="l">
              <a:defRPr sz="2250" b="1">
                <a:solidFill>
                  <a:srgbClr val="EF7930"/>
                </a:solidFill>
                <a:latin typeface="Arial"/>
                <a:ea typeface="Arial"/>
                <a:cs typeface="Arial"/>
              </a:defRPr>
            </a:lvl4pPr>
            <a:lvl5pPr algn="l">
              <a:defRPr sz="2250" b="1">
                <a:solidFill>
                  <a:srgbClr val="EF7930"/>
                </a:solidFill>
                <a:latin typeface="Arial"/>
                <a:ea typeface="Arial"/>
                <a:cs typeface="Arial"/>
              </a:defRPr>
            </a:lvl5pPr>
            <a:lvl6pPr algn="l">
              <a:defRPr sz="2250" b="1">
                <a:solidFill>
                  <a:srgbClr val="EF7930"/>
                </a:solidFill>
                <a:latin typeface="Arial"/>
                <a:ea typeface="Arial"/>
                <a:cs typeface="Arial"/>
              </a:defRPr>
            </a:lvl6pPr>
            <a:lvl7pPr algn="l">
              <a:defRPr sz="2250" b="1">
                <a:solidFill>
                  <a:srgbClr val="EF7930"/>
                </a:solidFill>
                <a:latin typeface="Arial"/>
                <a:ea typeface="Arial"/>
                <a:cs typeface="Arial"/>
              </a:defRPr>
            </a:lvl7pPr>
            <a:lvl8pPr algn="l">
              <a:defRPr sz="2250" b="1">
                <a:solidFill>
                  <a:srgbClr val="EF7930"/>
                </a:solidFill>
                <a:latin typeface="Arial"/>
                <a:ea typeface="Arial"/>
                <a:cs typeface="Arial"/>
              </a:defRPr>
            </a:lvl8pPr>
            <a:lvl9pPr algn="l">
              <a:defRPr sz="2250" b="1">
                <a:solidFill>
                  <a:srgbClr val="EF7930"/>
                </a:solidFill>
                <a:latin typeface="Arial"/>
                <a:ea typeface="Arial"/>
                <a:cs typeface="Arial"/>
              </a:defRPr>
            </a:lvl9pPr>
          </a:lstStyle>
          <a:p xmlns:a="http://schemas.openxmlformats.org/drawingml/2006/main">
            <a:pPr algn="l">
              <a:defRPr sz="2250" b="1">
                <a:solidFill>
                  <a:srgbClr val="EF7930"/>
                </a:solidFill>
                <a:latin typeface="Arial"/>
                <a:ea typeface="Arial"/>
                <a:cs typeface="Arial"/>
              </a:defRPr>
            </a:pPr>
            <a:r>
              <a:rPr sz="2250" b="1">
                <a:solidFill>
                  <a:srgbClr val="EF7930"/>
                </a:solidFill>
                <a:latin typeface="Arial"/>
                <a:ea typeface="Arial"/>
                <a:cs typeface="Arial"/>
              </a:rPr>
              <a:t>One backend owns the connected memory runtime</a:t>
            </a:r>
          </a:p>
        </p:txBody>
      </p:sp>
      <p:sp>
        <p:nvSpPr>
          <p:cNvPr id="6" name="Vercel website">
            <a:extLst xmlns:a="http://schemas.openxmlformats.org/drawingml/2006/main">
              <a:ext uri="{FF2B5EF4-FFF2-40B4-BE49-F238E27FC236}">
                <a16:creationId xmlns:a16="http://schemas.microsoft.com/office/drawing/2014/main" id="{BA2F9D1E-3B06-411F-91E4-381DEBC5AD70}"/>
              </a:ext>
            </a:extLst>
          </p:cNvPr>
          <p:cNvSpPr>
            <a:spLocks xmlns:a="http://schemas.openxmlformats.org/drawingml/2006/main" noGrp="1"/>
          </p:cNvSpPr>
          <p:nvPr/>
        </p:nvSpPr>
        <p:spPr>
          <a:xfrm xmlns:a="http://schemas.openxmlformats.org/drawingml/2006/main">
            <a:off x="666750" y="2333625"/>
            <a:ext cx="3810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102D45"/>
                </a:solidFill>
                <a:latin typeface="Arial"/>
                <a:ea typeface="Arial"/>
                <a:cs typeface="Arial"/>
              </a:defRPr>
            </a:defPPr>
            <a:lvl1pPr algn="l">
              <a:defRPr sz="2250" b="1">
                <a:solidFill>
                  <a:srgbClr val="102D45"/>
                </a:solidFill>
                <a:latin typeface="Arial"/>
                <a:ea typeface="Arial"/>
                <a:cs typeface="Arial"/>
              </a:defRPr>
            </a:lvl1pPr>
            <a:lvl2pPr algn="l">
              <a:defRPr sz="2250" b="1">
                <a:solidFill>
                  <a:srgbClr val="102D45"/>
                </a:solidFill>
                <a:latin typeface="Arial"/>
                <a:ea typeface="Arial"/>
                <a:cs typeface="Arial"/>
              </a:defRPr>
            </a:lvl2pPr>
            <a:lvl3pPr algn="l">
              <a:defRPr sz="2250" b="1">
                <a:solidFill>
                  <a:srgbClr val="102D45"/>
                </a:solidFill>
                <a:latin typeface="Arial"/>
                <a:ea typeface="Arial"/>
                <a:cs typeface="Arial"/>
              </a:defRPr>
            </a:lvl3pPr>
            <a:lvl4pPr algn="l">
              <a:defRPr sz="2250" b="1">
                <a:solidFill>
                  <a:srgbClr val="102D45"/>
                </a:solidFill>
                <a:latin typeface="Arial"/>
                <a:ea typeface="Arial"/>
                <a:cs typeface="Arial"/>
              </a:defRPr>
            </a:lvl4pPr>
            <a:lvl5pPr algn="l">
              <a:defRPr sz="2250" b="1">
                <a:solidFill>
                  <a:srgbClr val="102D45"/>
                </a:solidFill>
                <a:latin typeface="Arial"/>
                <a:ea typeface="Arial"/>
                <a:cs typeface="Arial"/>
              </a:defRPr>
            </a:lvl5pPr>
            <a:lvl6pPr algn="l">
              <a:defRPr sz="2250" b="1">
                <a:solidFill>
                  <a:srgbClr val="102D45"/>
                </a:solidFill>
                <a:latin typeface="Arial"/>
                <a:ea typeface="Arial"/>
                <a:cs typeface="Arial"/>
              </a:defRPr>
            </a:lvl6pPr>
            <a:lvl7pPr algn="l">
              <a:defRPr sz="2250" b="1">
                <a:solidFill>
                  <a:srgbClr val="102D45"/>
                </a:solidFill>
                <a:latin typeface="Arial"/>
                <a:ea typeface="Arial"/>
                <a:cs typeface="Arial"/>
              </a:defRPr>
            </a:lvl7pPr>
            <a:lvl8pPr algn="l">
              <a:defRPr sz="2250" b="1">
                <a:solidFill>
                  <a:srgbClr val="102D45"/>
                </a:solidFill>
                <a:latin typeface="Arial"/>
                <a:ea typeface="Arial"/>
                <a:cs typeface="Arial"/>
              </a:defRPr>
            </a:lvl8pPr>
            <a:lvl9pPr algn="l">
              <a:defRPr sz="2250" b="1">
                <a:solidFill>
                  <a:srgbClr val="102D45"/>
                </a:solidFill>
                <a:latin typeface="Arial"/>
                <a:ea typeface="Arial"/>
                <a:cs typeface="Arial"/>
              </a:defRPr>
            </a:lvl9pPr>
          </a:lstStyle>
          <a:p xmlns:a="http://schemas.openxmlformats.org/drawingml/2006/main">
            <a:pPr algn="l">
              <a:defRPr sz="2250" b="1">
                <a:solidFill>
                  <a:srgbClr val="102D45"/>
                </a:solidFill>
                <a:latin typeface="Arial"/>
                <a:ea typeface="Arial"/>
                <a:cs typeface="Arial"/>
              </a:defRPr>
            </a:pPr>
            <a:r>
              <a:rPr sz="2250" b="1">
                <a:solidFill>
                  <a:srgbClr val="102D45"/>
                </a:solidFill>
                <a:latin typeface="Arial"/>
                <a:ea typeface="Arial"/>
                <a:cs typeface="Arial"/>
              </a:rPr>
              <a:t>Vercel website</a:t>
            </a:r>
          </a:p>
        </p:txBody>
      </p:sp>
      <p:sp>
        <p:nvSpPr>
          <p:cNvPr id="7" name="The frontend proxies /api to Render for same-origin sessions">
            <a:extLst xmlns:a="http://schemas.openxmlformats.org/drawingml/2006/main">
              <a:ext uri="{FF2B5EF4-FFF2-40B4-BE49-F238E27FC236}">
                <a16:creationId xmlns:a16="http://schemas.microsoft.com/office/drawing/2014/main" id="{5A68936A-5664-4E42-91E1-DCAFA94CAC35}"/>
              </a:ext>
            </a:extLst>
          </p:cNvPr>
          <p:cNvSpPr>
            <a:spLocks xmlns:a="http://schemas.openxmlformats.org/drawingml/2006/main" noGrp="1"/>
          </p:cNvSpPr>
          <p:nvPr/>
        </p:nvSpPr>
        <p:spPr>
          <a:xfrm xmlns:a="http://schemas.openxmlformats.org/drawingml/2006/main">
            <a:off x="666750" y="2800350"/>
            <a:ext cx="3810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53697A"/>
                </a:solidFill>
                <a:latin typeface="Arial"/>
                <a:ea typeface="Arial"/>
                <a:cs typeface="Arial"/>
              </a:defRPr>
            </a:defPPr>
            <a:lvl1pPr algn="l">
              <a:defRPr sz="1950" b="0">
                <a:solidFill>
                  <a:srgbClr val="53697A"/>
                </a:solidFill>
                <a:latin typeface="Arial"/>
                <a:ea typeface="Arial"/>
                <a:cs typeface="Arial"/>
              </a:defRPr>
            </a:lvl1pPr>
            <a:lvl2pPr algn="l">
              <a:defRPr sz="1950" b="0">
                <a:solidFill>
                  <a:srgbClr val="53697A"/>
                </a:solidFill>
                <a:latin typeface="Arial"/>
                <a:ea typeface="Arial"/>
                <a:cs typeface="Arial"/>
              </a:defRPr>
            </a:lvl2pPr>
            <a:lvl3pPr algn="l">
              <a:defRPr sz="1950" b="0">
                <a:solidFill>
                  <a:srgbClr val="53697A"/>
                </a:solidFill>
                <a:latin typeface="Arial"/>
                <a:ea typeface="Arial"/>
                <a:cs typeface="Arial"/>
              </a:defRPr>
            </a:lvl3pPr>
            <a:lvl4pPr algn="l">
              <a:defRPr sz="1950" b="0">
                <a:solidFill>
                  <a:srgbClr val="53697A"/>
                </a:solidFill>
                <a:latin typeface="Arial"/>
                <a:ea typeface="Arial"/>
                <a:cs typeface="Arial"/>
              </a:defRPr>
            </a:lvl4pPr>
            <a:lvl5pPr algn="l">
              <a:defRPr sz="1950" b="0">
                <a:solidFill>
                  <a:srgbClr val="53697A"/>
                </a:solidFill>
                <a:latin typeface="Arial"/>
                <a:ea typeface="Arial"/>
                <a:cs typeface="Arial"/>
              </a:defRPr>
            </a:lvl5pPr>
            <a:lvl6pPr algn="l">
              <a:defRPr sz="1950" b="0">
                <a:solidFill>
                  <a:srgbClr val="53697A"/>
                </a:solidFill>
                <a:latin typeface="Arial"/>
                <a:ea typeface="Arial"/>
                <a:cs typeface="Arial"/>
              </a:defRPr>
            </a:lvl6pPr>
            <a:lvl7pPr algn="l">
              <a:defRPr sz="1950" b="0">
                <a:solidFill>
                  <a:srgbClr val="53697A"/>
                </a:solidFill>
                <a:latin typeface="Arial"/>
                <a:ea typeface="Arial"/>
                <a:cs typeface="Arial"/>
              </a:defRPr>
            </a:lvl7pPr>
            <a:lvl8pPr algn="l">
              <a:defRPr sz="1950" b="0">
                <a:solidFill>
                  <a:srgbClr val="53697A"/>
                </a:solidFill>
                <a:latin typeface="Arial"/>
                <a:ea typeface="Arial"/>
                <a:cs typeface="Arial"/>
              </a:defRPr>
            </a:lvl8pPr>
            <a:lvl9pPr algn="l">
              <a:defRPr sz="1950" b="0">
                <a:solidFill>
                  <a:srgbClr val="53697A"/>
                </a:solidFill>
                <a:latin typeface="Arial"/>
                <a:ea typeface="Arial"/>
                <a:cs typeface="Arial"/>
              </a:defRPr>
            </a:lvl9pPr>
          </a:lstStyle>
          <a:p xmlns:a="http://schemas.openxmlformats.org/drawingml/2006/main">
            <a:pPr algn="l">
              <a:defRPr sz="1950" b="0">
                <a:solidFill>
                  <a:srgbClr val="53697A"/>
                </a:solidFill>
                <a:latin typeface="Arial"/>
                <a:ea typeface="Arial"/>
                <a:cs typeface="Arial"/>
              </a:defRPr>
            </a:pPr>
            <a:r>
              <a:rPr sz="1950" b="0">
                <a:solidFill>
                  <a:srgbClr val="53697A"/>
                </a:solidFill>
                <a:latin typeface="Arial"/>
                <a:ea typeface="Arial"/>
                <a:cs typeface="Arial"/>
              </a:rPr>
              <a:t>The frontend proxies /api to Render for same-origin sessions.</a:t>
            </a:r>
          </a:p>
        </p:txBody>
      </p:sp>
      <p:sp>
        <p:nvSpPr>
          <p:cNvPr id="8" name="Render API + dashboard">
            <a:extLst xmlns:a="http://schemas.openxmlformats.org/drawingml/2006/main">
              <a:ext uri="{FF2B5EF4-FFF2-40B4-BE49-F238E27FC236}">
                <a16:creationId xmlns:a16="http://schemas.microsoft.com/office/drawing/2014/main" id="{619F125C-D5CF-4165-9C23-9939941260E9}"/>
              </a:ext>
            </a:extLst>
          </p:cNvPr>
          <p:cNvSpPr>
            <a:spLocks xmlns:a="http://schemas.openxmlformats.org/drawingml/2006/main" noGrp="1"/>
          </p:cNvSpPr>
          <p:nvPr/>
        </p:nvSpPr>
        <p:spPr>
          <a:xfrm xmlns:a="http://schemas.openxmlformats.org/drawingml/2006/main">
            <a:off x="666750" y="3905250"/>
            <a:ext cx="3810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102D45"/>
                </a:solidFill>
                <a:latin typeface="Arial"/>
                <a:ea typeface="Arial"/>
                <a:cs typeface="Arial"/>
              </a:defRPr>
            </a:defPPr>
            <a:lvl1pPr algn="l">
              <a:defRPr sz="2250" b="1">
                <a:solidFill>
                  <a:srgbClr val="102D45"/>
                </a:solidFill>
                <a:latin typeface="Arial"/>
                <a:ea typeface="Arial"/>
                <a:cs typeface="Arial"/>
              </a:defRPr>
            </a:lvl1pPr>
            <a:lvl2pPr algn="l">
              <a:defRPr sz="2250" b="1">
                <a:solidFill>
                  <a:srgbClr val="102D45"/>
                </a:solidFill>
                <a:latin typeface="Arial"/>
                <a:ea typeface="Arial"/>
                <a:cs typeface="Arial"/>
              </a:defRPr>
            </a:lvl2pPr>
            <a:lvl3pPr algn="l">
              <a:defRPr sz="2250" b="1">
                <a:solidFill>
                  <a:srgbClr val="102D45"/>
                </a:solidFill>
                <a:latin typeface="Arial"/>
                <a:ea typeface="Arial"/>
                <a:cs typeface="Arial"/>
              </a:defRPr>
            </a:lvl3pPr>
            <a:lvl4pPr algn="l">
              <a:defRPr sz="2250" b="1">
                <a:solidFill>
                  <a:srgbClr val="102D45"/>
                </a:solidFill>
                <a:latin typeface="Arial"/>
                <a:ea typeface="Arial"/>
                <a:cs typeface="Arial"/>
              </a:defRPr>
            </a:lvl4pPr>
            <a:lvl5pPr algn="l">
              <a:defRPr sz="2250" b="1">
                <a:solidFill>
                  <a:srgbClr val="102D45"/>
                </a:solidFill>
                <a:latin typeface="Arial"/>
                <a:ea typeface="Arial"/>
                <a:cs typeface="Arial"/>
              </a:defRPr>
            </a:lvl5pPr>
            <a:lvl6pPr algn="l">
              <a:defRPr sz="2250" b="1">
                <a:solidFill>
                  <a:srgbClr val="102D45"/>
                </a:solidFill>
                <a:latin typeface="Arial"/>
                <a:ea typeface="Arial"/>
                <a:cs typeface="Arial"/>
              </a:defRPr>
            </a:lvl6pPr>
            <a:lvl7pPr algn="l">
              <a:defRPr sz="2250" b="1">
                <a:solidFill>
                  <a:srgbClr val="102D45"/>
                </a:solidFill>
                <a:latin typeface="Arial"/>
                <a:ea typeface="Arial"/>
                <a:cs typeface="Arial"/>
              </a:defRPr>
            </a:lvl7pPr>
            <a:lvl8pPr algn="l">
              <a:defRPr sz="2250" b="1">
                <a:solidFill>
                  <a:srgbClr val="102D45"/>
                </a:solidFill>
                <a:latin typeface="Arial"/>
                <a:ea typeface="Arial"/>
                <a:cs typeface="Arial"/>
              </a:defRPr>
            </a:lvl8pPr>
            <a:lvl9pPr algn="l">
              <a:defRPr sz="2250" b="1">
                <a:solidFill>
                  <a:srgbClr val="102D45"/>
                </a:solidFill>
                <a:latin typeface="Arial"/>
                <a:ea typeface="Arial"/>
                <a:cs typeface="Arial"/>
              </a:defRPr>
            </a:lvl9pPr>
          </a:lstStyle>
          <a:p xmlns:a="http://schemas.openxmlformats.org/drawingml/2006/main">
            <a:pPr algn="l">
              <a:defRPr sz="2250" b="1">
                <a:solidFill>
                  <a:srgbClr val="102D45"/>
                </a:solidFill>
                <a:latin typeface="Arial"/>
                <a:ea typeface="Arial"/>
                <a:cs typeface="Arial"/>
              </a:defRPr>
            </a:pPr>
            <a:r>
              <a:rPr sz="2250" b="1">
                <a:solidFill>
                  <a:srgbClr val="102D45"/>
                </a:solidFill>
                <a:latin typeface="Arial"/>
                <a:ea typeface="Arial"/>
                <a:cs typeface="Arial"/>
              </a:rPr>
              <a:t>Render API + dashboard</a:t>
            </a:r>
          </a:p>
        </p:txBody>
      </p:sp>
      <p:sp>
        <p:nvSpPr>
          <p:cNvPr id="9" name="FastAPI owns memory.&#10;The relay feeds the dashboard.">
            <a:extLst xmlns:a="http://schemas.openxmlformats.org/drawingml/2006/main">
              <a:ext uri="{FF2B5EF4-FFF2-40B4-BE49-F238E27FC236}">
                <a16:creationId xmlns:a16="http://schemas.microsoft.com/office/drawing/2014/main" id="{9F46393F-3998-4166-B0FF-70BAEFCB7AFA}"/>
              </a:ext>
            </a:extLst>
          </p:cNvPr>
          <p:cNvSpPr>
            <a:spLocks xmlns:a="http://schemas.openxmlformats.org/drawingml/2006/main" noGrp="1"/>
          </p:cNvSpPr>
          <p:nvPr/>
        </p:nvSpPr>
        <p:spPr>
          <a:xfrm xmlns:a="http://schemas.openxmlformats.org/drawingml/2006/main">
            <a:off x="666750" y="4371975"/>
            <a:ext cx="3810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53697A"/>
                </a:solidFill>
                <a:latin typeface="Arial"/>
                <a:ea typeface="Arial"/>
                <a:cs typeface="Arial"/>
              </a:defRPr>
            </a:defPPr>
            <a:lvl1pPr algn="l">
              <a:defRPr sz="1950" b="0">
                <a:solidFill>
                  <a:srgbClr val="53697A"/>
                </a:solidFill>
                <a:latin typeface="Arial"/>
                <a:ea typeface="Arial"/>
                <a:cs typeface="Arial"/>
              </a:defRPr>
            </a:lvl1pPr>
            <a:lvl2pPr algn="l">
              <a:defRPr sz="1950" b="0">
                <a:solidFill>
                  <a:srgbClr val="53697A"/>
                </a:solidFill>
                <a:latin typeface="Arial"/>
                <a:ea typeface="Arial"/>
                <a:cs typeface="Arial"/>
              </a:defRPr>
            </a:lvl2pPr>
            <a:lvl3pPr algn="l">
              <a:defRPr sz="1950" b="0">
                <a:solidFill>
                  <a:srgbClr val="53697A"/>
                </a:solidFill>
                <a:latin typeface="Arial"/>
                <a:ea typeface="Arial"/>
                <a:cs typeface="Arial"/>
              </a:defRPr>
            </a:lvl3pPr>
            <a:lvl4pPr algn="l">
              <a:defRPr sz="1950" b="0">
                <a:solidFill>
                  <a:srgbClr val="53697A"/>
                </a:solidFill>
                <a:latin typeface="Arial"/>
                <a:ea typeface="Arial"/>
                <a:cs typeface="Arial"/>
              </a:defRPr>
            </a:lvl4pPr>
            <a:lvl5pPr algn="l">
              <a:defRPr sz="1950" b="0">
                <a:solidFill>
                  <a:srgbClr val="53697A"/>
                </a:solidFill>
                <a:latin typeface="Arial"/>
                <a:ea typeface="Arial"/>
                <a:cs typeface="Arial"/>
              </a:defRPr>
            </a:lvl5pPr>
            <a:lvl6pPr algn="l">
              <a:defRPr sz="1950" b="0">
                <a:solidFill>
                  <a:srgbClr val="53697A"/>
                </a:solidFill>
                <a:latin typeface="Arial"/>
                <a:ea typeface="Arial"/>
                <a:cs typeface="Arial"/>
              </a:defRPr>
            </a:lvl6pPr>
            <a:lvl7pPr algn="l">
              <a:defRPr sz="1950" b="0">
                <a:solidFill>
                  <a:srgbClr val="53697A"/>
                </a:solidFill>
                <a:latin typeface="Arial"/>
                <a:ea typeface="Arial"/>
                <a:cs typeface="Arial"/>
              </a:defRPr>
            </a:lvl7pPr>
            <a:lvl8pPr algn="l">
              <a:defRPr sz="1950" b="0">
                <a:solidFill>
                  <a:srgbClr val="53697A"/>
                </a:solidFill>
                <a:latin typeface="Arial"/>
                <a:ea typeface="Arial"/>
                <a:cs typeface="Arial"/>
              </a:defRPr>
            </a:lvl8pPr>
            <a:lvl9pPr algn="l">
              <a:defRPr sz="1950" b="0">
                <a:solidFill>
                  <a:srgbClr val="53697A"/>
                </a:solidFill>
                <a:latin typeface="Arial"/>
                <a:ea typeface="Arial"/>
                <a:cs typeface="Arial"/>
              </a:defRPr>
            </a:lvl9pPr>
          </a:lstStyle>
          <a:p xmlns:a="http://schemas.openxmlformats.org/drawingml/2006/main">
            <a:pPr algn="l">
              <a:defRPr sz="1950" b="0">
                <a:solidFill>
                  <a:srgbClr val="53697A"/>
                </a:solidFill>
                <a:latin typeface="Arial"/>
                <a:ea typeface="Arial"/>
                <a:cs typeface="Arial"/>
              </a:defRPr>
            </a:pPr>
            <a:r>
              <a:rPr sz="1950" b="0">
                <a:solidFill>
                  <a:srgbClr val="53697A"/>
                </a:solidFill>
                <a:latin typeface="Arial"/>
                <a:ea typeface="Arial"/>
                <a:cs typeface="Arial"/>
              </a:rPr>
              <a:t>FastAPI owns memory.</a:t>
            </a:r>
          </a:p>
          <a:p xmlns:a="http://schemas.openxmlformats.org/drawingml/2006/main">
            <a:pPr algn="l">
              <a:defRPr sz="1950" b="0">
                <a:solidFill>
                  <a:srgbClr val="53697A"/>
                </a:solidFill>
                <a:latin typeface="Arial"/>
                <a:ea typeface="Arial"/>
                <a:cs typeface="Arial"/>
              </a:defRPr>
            </a:pPr>
            <a:r>
              <a:rPr sz="1950" b="0">
                <a:solidFill>
                  <a:srgbClr val="53697A"/>
                </a:solidFill>
                <a:latin typeface="Arial"/>
                <a:ea typeface="Arial"/>
                <a:cs typeface="Arial"/>
              </a:rPr>
              <a:t>The relay feeds the dashboard.</a:t>
            </a:r>
          </a:p>
        </p:txBody>
      </p:sp>
      <p:pic>
        <p:nvPicPr>
          <p:cNvPr id="10" name="">
            <a:extLst xmlns:a="http://schemas.openxmlformats.org/drawingml/2006/main">
              <a:ext uri="{FF2B5EF4-FFF2-40B4-BE49-F238E27FC236}">
                <a16:creationId xmlns:a16="http://schemas.microsoft.com/office/drawing/2014/main" id="{47C158B4-1F6B-45FD-A14C-A1652082BF4B}"/>
              </a:ext>
            </a:extLst>
          </p:cNvPr>
          <p:cNvPicPr>
            <a:picLocks xmlns:a="http://schemas.openxmlformats.org/drawingml/2006/main" noChangeAspect="1"/>
          </p:cNvPicPr>
          <p:nvPr/>
        </p:nvPicPr>
        <p:blipFill>
          <a:blip xmlns:r="http://schemas.openxmlformats.org/officeDocument/2006/relationships" xmlns:a="http://schemas.openxmlformats.org/drawingml/2006/main" r:embed="Rfb91e649be2743e6"/>
          <a:stretch xmlns:a="http://schemas.openxmlformats.org/drawingml/2006/main"/>
        </p:blipFill>
        <p:spPr>
          <a:xfrm xmlns:a="http://schemas.openxmlformats.org/drawingml/2006/main">
            <a:off x="666750" y="5200650"/>
            <a:ext cx="3810000" cy="2381250"/>
          </a:xfrm>
          <a:prstGeom xmlns:a="http://schemas.openxmlformats.org/drawingml/2006/main" prst="rect">
            <a:avLst/>
          </a:prstGeom>
        </p:spPr>
      </p:pic>
      <p:sp>
        <p:nvSpPr>
          <p:cNvPr id="11" name="Recorded three-tier architecture view">
            <a:extLst xmlns:a="http://schemas.openxmlformats.org/drawingml/2006/main">
              <a:ext uri="{FF2B5EF4-FFF2-40B4-BE49-F238E27FC236}">
                <a16:creationId xmlns:a16="http://schemas.microsoft.com/office/drawing/2014/main" id="{B7519AD8-3242-44DC-92B0-B5FCB67DFB59}"/>
              </a:ext>
            </a:extLst>
          </p:cNvPr>
          <p:cNvSpPr>
            <a:spLocks xmlns:a="http://schemas.openxmlformats.org/drawingml/2006/main" noGrp="1"/>
          </p:cNvSpPr>
          <p:nvPr/>
        </p:nvSpPr>
        <p:spPr>
          <a:xfrm xmlns:a="http://schemas.openxmlformats.org/drawingml/2006/main">
            <a:off x="666750" y="7629525"/>
            <a:ext cx="3810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3697A"/>
                </a:solidFill>
                <a:latin typeface="Arial"/>
                <a:ea typeface="Arial"/>
                <a:cs typeface="Arial"/>
              </a:defRPr>
            </a:defPPr>
            <a:lvl1pPr algn="l">
              <a:defRPr sz="1350" b="0">
                <a:solidFill>
                  <a:srgbClr val="53697A"/>
                </a:solidFill>
                <a:latin typeface="Arial"/>
                <a:ea typeface="Arial"/>
                <a:cs typeface="Arial"/>
              </a:defRPr>
            </a:lvl1pPr>
            <a:lvl2pPr algn="l">
              <a:defRPr sz="1350" b="0">
                <a:solidFill>
                  <a:srgbClr val="53697A"/>
                </a:solidFill>
                <a:latin typeface="Arial"/>
                <a:ea typeface="Arial"/>
                <a:cs typeface="Arial"/>
              </a:defRPr>
            </a:lvl2pPr>
            <a:lvl3pPr algn="l">
              <a:defRPr sz="1350" b="0">
                <a:solidFill>
                  <a:srgbClr val="53697A"/>
                </a:solidFill>
                <a:latin typeface="Arial"/>
                <a:ea typeface="Arial"/>
                <a:cs typeface="Arial"/>
              </a:defRPr>
            </a:lvl3pPr>
            <a:lvl4pPr algn="l">
              <a:defRPr sz="1350" b="0">
                <a:solidFill>
                  <a:srgbClr val="53697A"/>
                </a:solidFill>
                <a:latin typeface="Arial"/>
                <a:ea typeface="Arial"/>
                <a:cs typeface="Arial"/>
              </a:defRPr>
            </a:lvl4pPr>
            <a:lvl5pPr algn="l">
              <a:defRPr sz="1350" b="0">
                <a:solidFill>
                  <a:srgbClr val="53697A"/>
                </a:solidFill>
                <a:latin typeface="Arial"/>
                <a:ea typeface="Arial"/>
                <a:cs typeface="Arial"/>
              </a:defRPr>
            </a:lvl5pPr>
            <a:lvl6pPr algn="l">
              <a:defRPr sz="1350" b="0">
                <a:solidFill>
                  <a:srgbClr val="53697A"/>
                </a:solidFill>
                <a:latin typeface="Arial"/>
                <a:ea typeface="Arial"/>
                <a:cs typeface="Arial"/>
              </a:defRPr>
            </a:lvl6pPr>
            <a:lvl7pPr algn="l">
              <a:defRPr sz="1350" b="0">
                <a:solidFill>
                  <a:srgbClr val="53697A"/>
                </a:solidFill>
                <a:latin typeface="Arial"/>
                <a:ea typeface="Arial"/>
                <a:cs typeface="Arial"/>
              </a:defRPr>
            </a:lvl7pPr>
            <a:lvl8pPr algn="l">
              <a:defRPr sz="1350" b="0">
                <a:solidFill>
                  <a:srgbClr val="53697A"/>
                </a:solidFill>
                <a:latin typeface="Arial"/>
                <a:ea typeface="Arial"/>
                <a:cs typeface="Arial"/>
              </a:defRPr>
            </a:lvl8pPr>
            <a:lvl9pPr algn="l">
              <a:defRPr sz="1350" b="0">
                <a:solidFill>
                  <a:srgbClr val="53697A"/>
                </a:solidFill>
                <a:latin typeface="Arial"/>
                <a:ea typeface="Arial"/>
                <a:cs typeface="Arial"/>
              </a:defRPr>
            </a:lvl9pPr>
          </a:lstStyle>
          <a:p xmlns:a="http://schemas.openxmlformats.org/drawingml/2006/main">
            <a:pPr algn="l">
              <a:defRPr sz="1350" b="0">
                <a:solidFill>
                  <a:srgbClr val="53697A"/>
                </a:solidFill>
                <a:latin typeface="Arial"/>
                <a:ea typeface="Arial"/>
                <a:cs typeface="Arial"/>
              </a:defRPr>
            </a:pPr>
            <a:r>
              <a:rPr sz="1350" b="0">
                <a:solidFill>
                  <a:srgbClr val="53697A"/>
                </a:solidFill>
                <a:latin typeface="Arial"/>
                <a:ea typeface="Arial"/>
                <a:cs typeface="Arial"/>
              </a:rPr>
              <a:t>Recorded three-tier architecture view</a:t>
            </a:r>
          </a:p>
        </p:txBody>
      </p:sp>
      <p:sp>
        <p:nvSpPr>
          <p:cNvPr id="12" name="Voyara browser&#10;Vite / JavaScript">
            <a:extLst xmlns:a="http://schemas.openxmlformats.org/drawingml/2006/main">
              <a:ext uri="{FF2B5EF4-FFF2-40B4-BE49-F238E27FC236}">
                <a16:creationId xmlns:a16="http://schemas.microsoft.com/office/drawing/2014/main" id="{525930F2-A3AA-42F3-8817-DD553BBC148C}"/>
              </a:ext>
            </a:extLst>
          </p:cNvPr>
          <p:cNvSpPr>
            <a:spLocks xmlns:a="http://schemas.openxmlformats.org/drawingml/2006/main" noGrp="1"/>
          </p:cNvSpPr>
          <p:nvPr/>
        </p:nvSpPr>
        <p:spPr>
          <a:xfrm xmlns:a="http://schemas.openxmlformats.org/drawingml/2006/main">
            <a:off x="5238750" y="2266950"/>
            <a:ext cx="2381250" cy="952500"/>
          </a:xfrm>
          <a:prstGeom xmlns:a="http://schemas.openxmlformats.org/drawingml/2006/main" prst="rect">
            <a:avLst/>
          </a:prstGeom>
          <a:solidFill xmlns:a="http://schemas.openxmlformats.org/drawingml/2006/main">
            <a:srgbClr val="FFFFFF"/>
          </a:solidFill>
          <a:ln xmlns:a="http://schemas.openxmlformats.org/drawingml/2006/main" w="14288">
            <a:solidFill>
              <a:srgbClr val="C9D3DA"/>
            </a:solidFill>
          </a:ln>
        </p:spPr>
        <p:txBody>
          <a:bodyPr xmlns:a="http://schemas.openxmlformats.org/drawingml/2006/main" wrap="square" lIns="114300" tIns="114300" rIns="114300" bIns="114300" anchor="ctr">
            <a:noAutofit/>
          </a:bodyPr>
          <a:lstStyle xmlns:a="http://schemas.openxmlformats.org/drawingml/2006/main">
            <a:defPPr algn="ctr">
              <a:defRPr sz="1950" b="1">
                <a:solidFill>
                  <a:srgbClr val="15324B"/>
                </a:solidFill>
                <a:latin typeface="Arial"/>
                <a:ea typeface="Arial"/>
                <a:cs typeface="Arial"/>
              </a:defRPr>
            </a:defPPr>
            <a:lvl1pPr algn="ctr">
              <a:defRPr sz="1950" b="1">
                <a:solidFill>
                  <a:srgbClr val="15324B"/>
                </a:solidFill>
                <a:latin typeface="Arial"/>
                <a:ea typeface="Arial"/>
                <a:cs typeface="Arial"/>
              </a:defRPr>
            </a:lvl1pPr>
            <a:lvl2pPr algn="ctr">
              <a:defRPr sz="1950" b="1">
                <a:solidFill>
                  <a:srgbClr val="15324B"/>
                </a:solidFill>
                <a:latin typeface="Arial"/>
                <a:ea typeface="Arial"/>
                <a:cs typeface="Arial"/>
              </a:defRPr>
            </a:lvl2pPr>
            <a:lvl3pPr algn="ctr">
              <a:defRPr sz="1950" b="1">
                <a:solidFill>
                  <a:srgbClr val="15324B"/>
                </a:solidFill>
                <a:latin typeface="Arial"/>
                <a:ea typeface="Arial"/>
                <a:cs typeface="Arial"/>
              </a:defRPr>
            </a:lvl3pPr>
            <a:lvl4pPr algn="ctr">
              <a:defRPr sz="1950" b="1">
                <a:solidFill>
                  <a:srgbClr val="15324B"/>
                </a:solidFill>
                <a:latin typeface="Arial"/>
                <a:ea typeface="Arial"/>
                <a:cs typeface="Arial"/>
              </a:defRPr>
            </a:lvl4pPr>
            <a:lvl5pPr algn="ctr">
              <a:defRPr sz="1950" b="1">
                <a:solidFill>
                  <a:srgbClr val="15324B"/>
                </a:solidFill>
                <a:latin typeface="Arial"/>
                <a:ea typeface="Arial"/>
                <a:cs typeface="Arial"/>
              </a:defRPr>
            </a:lvl5pPr>
            <a:lvl6pPr algn="ctr">
              <a:defRPr sz="1950" b="1">
                <a:solidFill>
                  <a:srgbClr val="15324B"/>
                </a:solidFill>
                <a:latin typeface="Arial"/>
                <a:ea typeface="Arial"/>
                <a:cs typeface="Arial"/>
              </a:defRPr>
            </a:lvl6pPr>
            <a:lvl7pPr algn="ctr">
              <a:defRPr sz="1950" b="1">
                <a:solidFill>
                  <a:srgbClr val="15324B"/>
                </a:solidFill>
                <a:latin typeface="Arial"/>
                <a:ea typeface="Arial"/>
                <a:cs typeface="Arial"/>
              </a:defRPr>
            </a:lvl7pPr>
            <a:lvl8pPr algn="ctr">
              <a:defRPr sz="1950" b="1">
                <a:solidFill>
                  <a:srgbClr val="15324B"/>
                </a:solidFill>
                <a:latin typeface="Arial"/>
                <a:ea typeface="Arial"/>
                <a:cs typeface="Arial"/>
              </a:defRPr>
            </a:lvl8pPr>
            <a:lvl9pPr algn="ctr">
              <a:defRPr sz="1950" b="1">
                <a:solidFill>
                  <a:srgbClr val="15324B"/>
                </a:solidFill>
                <a:latin typeface="Arial"/>
                <a:ea typeface="Arial"/>
                <a:cs typeface="Arial"/>
              </a:defRPr>
            </a:lvl9pPr>
          </a:lstStyle>
          <a:p xmlns:a="http://schemas.openxmlformats.org/drawingml/2006/main">
            <a:pPr algn="ctr">
              <a:defRPr sz="1950" b="1">
                <a:solidFill>
                  <a:srgbClr val="15324B"/>
                </a:solidFill>
                <a:latin typeface="Arial"/>
                <a:ea typeface="Arial"/>
                <a:cs typeface="Arial"/>
              </a:defRPr>
            </a:pPr>
            <a:r>
              <a:rPr sz="1950" b="1">
                <a:solidFill>
                  <a:srgbClr val="15324B"/>
                </a:solidFill>
                <a:latin typeface="Arial"/>
                <a:ea typeface="Arial"/>
                <a:cs typeface="Arial"/>
              </a:rPr>
              <a:t>Voyara browser</a:t>
            </a:r>
          </a:p>
          <a:p xmlns:a="http://schemas.openxmlformats.org/drawingml/2006/main">
            <a:pPr algn="ctr">
              <a:defRPr sz="1950" b="1">
                <a:solidFill>
                  <a:srgbClr val="15324B"/>
                </a:solidFill>
                <a:latin typeface="Arial"/>
                <a:ea typeface="Arial"/>
                <a:cs typeface="Arial"/>
              </a:defRPr>
            </a:pPr>
            <a:r>
              <a:rPr sz="1950" b="1">
                <a:solidFill>
                  <a:srgbClr val="15324B"/>
                </a:solidFill>
                <a:latin typeface="Arial"/>
                <a:ea typeface="Arial"/>
                <a:cs typeface="Arial"/>
              </a:rPr>
              <a:t>Vite / JavaScript</a:t>
            </a:r>
          </a:p>
        </p:txBody>
      </p:sp>
      <p:sp>
        <p:nvSpPr>
          <p:cNvPr id="13" name="FastAPI&#10;Sessions + trip ownership">
            <a:extLst xmlns:a="http://schemas.openxmlformats.org/drawingml/2006/main">
              <a:ext uri="{FF2B5EF4-FFF2-40B4-BE49-F238E27FC236}">
                <a16:creationId xmlns:a16="http://schemas.microsoft.com/office/drawing/2014/main" id="{62AA1238-F5C0-4D0C-94CA-68EBC7AF1B63}"/>
              </a:ext>
            </a:extLst>
          </p:cNvPr>
          <p:cNvSpPr>
            <a:spLocks xmlns:a="http://schemas.openxmlformats.org/drawingml/2006/main" noGrp="1"/>
          </p:cNvSpPr>
          <p:nvPr/>
        </p:nvSpPr>
        <p:spPr>
          <a:xfrm xmlns:a="http://schemas.openxmlformats.org/drawingml/2006/main">
            <a:off x="8286750" y="2266950"/>
            <a:ext cx="2857500" cy="952500"/>
          </a:xfrm>
          <a:prstGeom xmlns:a="http://schemas.openxmlformats.org/drawingml/2006/main" prst="rect">
            <a:avLst/>
          </a:prstGeom>
          <a:solidFill xmlns:a="http://schemas.openxmlformats.org/drawingml/2006/main">
            <a:srgbClr val="FFF0E2"/>
          </a:solidFill>
          <a:ln xmlns:a="http://schemas.openxmlformats.org/drawingml/2006/main" w="14288">
            <a:solidFill>
              <a:srgbClr val="EF7930"/>
            </a:solidFill>
          </a:ln>
        </p:spPr>
        <p:txBody>
          <a:bodyPr xmlns:a="http://schemas.openxmlformats.org/drawingml/2006/main" wrap="square" lIns="114300" tIns="114300" rIns="114300" bIns="114300" anchor="ctr">
            <a:noAutofit/>
          </a:bodyPr>
          <a:lstStyle xmlns:a="http://schemas.openxmlformats.org/drawingml/2006/main">
            <a:defPPr algn="ctr">
              <a:defRPr sz="1950" b="1">
                <a:solidFill>
                  <a:srgbClr val="15324B"/>
                </a:solidFill>
                <a:latin typeface="Arial"/>
                <a:ea typeface="Arial"/>
                <a:cs typeface="Arial"/>
              </a:defRPr>
            </a:defPPr>
            <a:lvl1pPr algn="ctr">
              <a:defRPr sz="1950" b="1">
                <a:solidFill>
                  <a:srgbClr val="15324B"/>
                </a:solidFill>
                <a:latin typeface="Arial"/>
                <a:ea typeface="Arial"/>
                <a:cs typeface="Arial"/>
              </a:defRPr>
            </a:lvl1pPr>
            <a:lvl2pPr algn="ctr">
              <a:defRPr sz="1950" b="1">
                <a:solidFill>
                  <a:srgbClr val="15324B"/>
                </a:solidFill>
                <a:latin typeface="Arial"/>
                <a:ea typeface="Arial"/>
                <a:cs typeface="Arial"/>
              </a:defRPr>
            </a:lvl2pPr>
            <a:lvl3pPr algn="ctr">
              <a:defRPr sz="1950" b="1">
                <a:solidFill>
                  <a:srgbClr val="15324B"/>
                </a:solidFill>
                <a:latin typeface="Arial"/>
                <a:ea typeface="Arial"/>
                <a:cs typeface="Arial"/>
              </a:defRPr>
            </a:lvl3pPr>
            <a:lvl4pPr algn="ctr">
              <a:defRPr sz="1950" b="1">
                <a:solidFill>
                  <a:srgbClr val="15324B"/>
                </a:solidFill>
                <a:latin typeface="Arial"/>
                <a:ea typeface="Arial"/>
                <a:cs typeface="Arial"/>
              </a:defRPr>
            </a:lvl4pPr>
            <a:lvl5pPr algn="ctr">
              <a:defRPr sz="1950" b="1">
                <a:solidFill>
                  <a:srgbClr val="15324B"/>
                </a:solidFill>
                <a:latin typeface="Arial"/>
                <a:ea typeface="Arial"/>
                <a:cs typeface="Arial"/>
              </a:defRPr>
            </a:lvl5pPr>
            <a:lvl6pPr algn="ctr">
              <a:defRPr sz="1950" b="1">
                <a:solidFill>
                  <a:srgbClr val="15324B"/>
                </a:solidFill>
                <a:latin typeface="Arial"/>
                <a:ea typeface="Arial"/>
                <a:cs typeface="Arial"/>
              </a:defRPr>
            </a:lvl6pPr>
            <a:lvl7pPr algn="ctr">
              <a:defRPr sz="1950" b="1">
                <a:solidFill>
                  <a:srgbClr val="15324B"/>
                </a:solidFill>
                <a:latin typeface="Arial"/>
                <a:ea typeface="Arial"/>
                <a:cs typeface="Arial"/>
              </a:defRPr>
            </a:lvl7pPr>
            <a:lvl8pPr algn="ctr">
              <a:defRPr sz="1950" b="1">
                <a:solidFill>
                  <a:srgbClr val="15324B"/>
                </a:solidFill>
                <a:latin typeface="Arial"/>
                <a:ea typeface="Arial"/>
                <a:cs typeface="Arial"/>
              </a:defRPr>
            </a:lvl8pPr>
            <a:lvl9pPr algn="ctr">
              <a:defRPr sz="1950" b="1">
                <a:solidFill>
                  <a:srgbClr val="15324B"/>
                </a:solidFill>
                <a:latin typeface="Arial"/>
                <a:ea typeface="Arial"/>
                <a:cs typeface="Arial"/>
              </a:defRPr>
            </a:lvl9pPr>
          </a:lstStyle>
          <a:p xmlns:a="http://schemas.openxmlformats.org/drawingml/2006/main">
            <a:pPr algn="ctr">
              <a:defRPr sz="1950" b="1">
                <a:solidFill>
                  <a:srgbClr val="15324B"/>
                </a:solidFill>
                <a:latin typeface="Arial"/>
                <a:ea typeface="Arial"/>
                <a:cs typeface="Arial"/>
              </a:defRPr>
            </a:pPr>
            <a:r>
              <a:rPr sz="1950" b="1">
                <a:solidFill>
                  <a:srgbClr val="15324B"/>
                </a:solidFill>
                <a:latin typeface="Arial"/>
                <a:ea typeface="Arial"/>
                <a:cs typeface="Arial"/>
              </a:rPr>
              <a:t>FastAPI</a:t>
            </a:r>
          </a:p>
          <a:p xmlns:a="http://schemas.openxmlformats.org/drawingml/2006/main">
            <a:pPr algn="ctr">
              <a:defRPr sz="1950" b="1">
                <a:solidFill>
                  <a:srgbClr val="15324B"/>
                </a:solidFill>
                <a:latin typeface="Arial"/>
                <a:ea typeface="Arial"/>
                <a:cs typeface="Arial"/>
              </a:defRPr>
            </a:pPr>
            <a:r>
              <a:rPr sz="1950" b="1">
                <a:solidFill>
                  <a:srgbClr val="15324B"/>
                </a:solidFill>
                <a:latin typeface="Arial"/>
                <a:ea typeface="Arial"/>
                <a:cs typeface="Arial"/>
              </a:rPr>
              <a:t>Sessions + trip ownership</a:t>
            </a:r>
          </a:p>
        </p:txBody>
      </p:sp>
      <p:sp>
        <p:nvSpPr>
          <p:cNvPr id="14" name="NVIDIA NIM&#10;gpt-oss-20b">
            <a:extLst xmlns:a="http://schemas.openxmlformats.org/drawingml/2006/main">
              <a:ext uri="{FF2B5EF4-FFF2-40B4-BE49-F238E27FC236}">
                <a16:creationId xmlns:a16="http://schemas.microsoft.com/office/drawing/2014/main" id="{A76B3165-26D6-48D1-A0F0-84A47C0614F9}"/>
              </a:ext>
            </a:extLst>
          </p:cNvPr>
          <p:cNvSpPr>
            <a:spLocks xmlns:a="http://schemas.openxmlformats.org/drawingml/2006/main" noGrp="1"/>
          </p:cNvSpPr>
          <p:nvPr/>
        </p:nvSpPr>
        <p:spPr>
          <a:xfrm xmlns:a="http://schemas.openxmlformats.org/drawingml/2006/main">
            <a:off x="11811000" y="4095750"/>
            <a:ext cx="2762250" cy="904875"/>
          </a:xfrm>
          <a:prstGeom xmlns:a="http://schemas.openxmlformats.org/drawingml/2006/main" prst="rect">
            <a:avLst/>
          </a:prstGeom>
          <a:solidFill xmlns:a="http://schemas.openxmlformats.org/drawingml/2006/main">
            <a:srgbClr val="FFFFFF"/>
          </a:solidFill>
          <a:ln xmlns:a="http://schemas.openxmlformats.org/drawingml/2006/main" w="14288">
            <a:solidFill>
              <a:srgbClr val="C9D3DA"/>
            </a:solidFill>
          </a:ln>
        </p:spPr>
        <p:txBody>
          <a:bodyPr xmlns:a="http://schemas.openxmlformats.org/drawingml/2006/main" wrap="square" lIns="114300" tIns="114300" rIns="114300" bIns="114300" anchor="ctr">
            <a:noAutofit/>
          </a:bodyPr>
          <a:lstStyle xmlns:a="http://schemas.openxmlformats.org/drawingml/2006/main">
            <a:defPPr algn="ctr">
              <a:defRPr sz="1950" b="1">
                <a:solidFill>
                  <a:srgbClr val="15324B"/>
                </a:solidFill>
                <a:latin typeface="Arial"/>
                <a:ea typeface="Arial"/>
                <a:cs typeface="Arial"/>
              </a:defRPr>
            </a:defPPr>
            <a:lvl1pPr algn="ctr">
              <a:defRPr sz="1950" b="1">
                <a:solidFill>
                  <a:srgbClr val="15324B"/>
                </a:solidFill>
                <a:latin typeface="Arial"/>
                <a:ea typeface="Arial"/>
                <a:cs typeface="Arial"/>
              </a:defRPr>
            </a:lvl1pPr>
            <a:lvl2pPr algn="ctr">
              <a:defRPr sz="1950" b="1">
                <a:solidFill>
                  <a:srgbClr val="15324B"/>
                </a:solidFill>
                <a:latin typeface="Arial"/>
                <a:ea typeface="Arial"/>
                <a:cs typeface="Arial"/>
              </a:defRPr>
            </a:lvl2pPr>
            <a:lvl3pPr algn="ctr">
              <a:defRPr sz="1950" b="1">
                <a:solidFill>
                  <a:srgbClr val="15324B"/>
                </a:solidFill>
                <a:latin typeface="Arial"/>
                <a:ea typeface="Arial"/>
                <a:cs typeface="Arial"/>
              </a:defRPr>
            </a:lvl3pPr>
            <a:lvl4pPr algn="ctr">
              <a:defRPr sz="1950" b="1">
                <a:solidFill>
                  <a:srgbClr val="15324B"/>
                </a:solidFill>
                <a:latin typeface="Arial"/>
                <a:ea typeface="Arial"/>
                <a:cs typeface="Arial"/>
              </a:defRPr>
            </a:lvl4pPr>
            <a:lvl5pPr algn="ctr">
              <a:defRPr sz="1950" b="1">
                <a:solidFill>
                  <a:srgbClr val="15324B"/>
                </a:solidFill>
                <a:latin typeface="Arial"/>
                <a:ea typeface="Arial"/>
                <a:cs typeface="Arial"/>
              </a:defRPr>
            </a:lvl5pPr>
            <a:lvl6pPr algn="ctr">
              <a:defRPr sz="1950" b="1">
                <a:solidFill>
                  <a:srgbClr val="15324B"/>
                </a:solidFill>
                <a:latin typeface="Arial"/>
                <a:ea typeface="Arial"/>
                <a:cs typeface="Arial"/>
              </a:defRPr>
            </a:lvl6pPr>
            <a:lvl7pPr algn="ctr">
              <a:defRPr sz="1950" b="1">
                <a:solidFill>
                  <a:srgbClr val="15324B"/>
                </a:solidFill>
                <a:latin typeface="Arial"/>
                <a:ea typeface="Arial"/>
                <a:cs typeface="Arial"/>
              </a:defRPr>
            </a:lvl7pPr>
            <a:lvl8pPr algn="ctr">
              <a:defRPr sz="1950" b="1">
                <a:solidFill>
                  <a:srgbClr val="15324B"/>
                </a:solidFill>
                <a:latin typeface="Arial"/>
                <a:ea typeface="Arial"/>
                <a:cs typeface="Arial"/>
              </a:defRPr>
            </a:lvl8pPr>
            <a:lvl9pPr algn="ctr">
              <a:defRPr sz="1950" b="1">
                <a:solidFill>
                  <a:srgbClr val="15324B"/>
                </a:solidFill>
                <a:latin typeface="Arial"/>
                <a:ea typeface="Arial"/>
                <a:cs typeface="Arial"/>
              </a:defRPr>
            </a:lvl9pPr>
          </a:lstStyle>
          <a:p xmlns:a="http://schemas.openxmlformats.org/drawingml/2006/main">
            <a:pPr algn="ctr">
              <a:defRPr sz="1950" b="1">
                <a:solidFill>
                  <a:srgbClr val="15324B"/>
                </a:solidFill>
                <a:latin typeface="Arial"/>
                <a:ea typeface="Arial"/>
                <a:cs typeface="Arial"/>
              </a:defRPr>
            </a:pPr>
            <a:r>
              <a:rPr sz="1950" b="1">
                <a:solidFill>
                  <a:srgbClr val="15324B"/>
                </a:solidFill>
                <a:latin typeface="Arial"/>
                <a:ea typeface="Arial"/>
                <a:cs typeface="Arial"/>
              </a:rPr>
              <a:t>NVIDIA NIM</a:t>
            </a:r>
          </a:p>
          <a:p xmlns:a="http://schemas.openxmlformats.org/drawingml/2006/main">
            <a:pPr algn="ctr">
              <a:defRPr sz="1950" b="1">
                <a:solidFill>
                  <a:srgbClr val="15324B"/>
                </a:solidFill>
                <a:latin typeface="Arial"/>
                <a:ea typeface="Arial"/>
                <a:cs typeface="Arial"/>
              </a:defRPr>
            </a:pPr>
            <a:r>
              <a:rPr sz="1950" b="1">
                <a:solidFill>
                  <a:srgbClr val="15324B"/>
                </a:solidFill>
                <a:latin typeface="Arial"/>
                <a:ea typeface="Arial"/>
                <a:cs typeface="Arial"/>
              </a:rPr>
              <a:t>gpt-oss-20b</a:t>
            </a:r>
          </a:p>
        </p:txBody>
      </p:sp>
      <p:sp>
        <p:nvSpPr>
          <p:cNvPr id="15" name="Dashboard relay&#10;Read-only HTTP / SSE">
            <a:extLst xmlns:a="http://schemas.openxmlformats.org/drawingml/2006/main">
              <a:ext uri="{FF2B5EF4-FFF2-40B4-BE49-F238E27FC236}">
                <a16:creationId xmlns:a16="http://schemas.microsoft.com/office/drawing/2014/main" id="{08A4F0B3-9F64-44FD-9384-80F0A1E39B8D}"/>
              </a:ext>
            </a:extLst>
          </p:cNvPr>
          <p:cNvSpPr>
            <a:spLocks xmlns:a="http://schemas.openxmlformats.org/drawingml/2006/main" noGrp="1"/>
          </p:cNvSpPr>
          <p:nvPr/>
        </p:nvSpPr>
        <p:spPr>
          <a:xfrm xmlns:a="http://schemas.openxmlformats.org/drawingml/2006/main">
            <a:off x="5238750" y="4095750"/>
            <a:ext cx="2381250" cy="904875"/>
          </a:xfrm>
          <a:prstGeom xmlns:a="http://schemas.openxmlformats.org/drawingml/2006/main" prst="rect">
            <a:avLst/>
          </a:prstGeom>
          <a:solidFill xmlns:a="http://schemas.openxmlformats.org/drawingml/2006/main">
            <a:srgbClr val="EAF3F2"/>
          </a:solidFill>
          <a:ln xmlns:a="http://schemas.openxmlformats.org/drawingml/2006/main" w="14288">
            <a:solidFill>
              <a:srgbClr val="147F7C"/>
            </a:solidFill>
          </a:ln>
        </p:spPr>
        <p:txBody>
          <a:bodyPr xmlns:a="http://schemas.openxmlformats.org/drawingml/2006/main" wrap="square" lIns="114300" tIns="114300" rIns="114300" bIns="114300" anchor="ctr">
            <a:noAutofit/>
          </a:bodyPr>
          <a:lstStyle xmlns:a="http://schemas.openxmlformats.org/drawingml/2006/main">
            <a:defPPr algn="ctr">
              <a:defRPr sz="1800" b="1">
                <a:solidFill>
                  <a:srgbClr val="15324B"/>
                </a:solidFill>
                <a:latin typeface="Arial"/>
                <a:ea typeface="Arial"/>
                <a:cs typeface="Arial"/>
              </a:defRPr>
            </a:defPPr>
            <a:lvl1pPr algn="ctr">
              <a:defRPr sz="1800" b="1">
                <a:solidFill>
                  <a:srgbClr val="15324B"/>
                </a:solidFill>
                <a:latin typeface="Arial"/>
                <a:ea typeface="Arial"/>
                <a:cs typeface="Arial"/>
              </a:defRPr>
            </a:lvl1pPr>
            <a:lvl2pPr algn="ctr">
              <a:defRPr sz="1800" b="1">
                <a:solidFill>
                  <a:srgbClr val="15324B"/>
                </a:solidFill>
                <a:latin typeface="Arial"/>
                <a:ea typeface="Arial"/>
                <a:cs typeface="Arial"/>
              </a:defRPr>
            </a:lvl2pPr>
            <a:lvl3pPr algn="ctr">
              <a:defRPr sz="1800" b="1">
                <a:solidFill>
                  <a:srgbClr val="15324B"/>
                </a:solidFill>
                <a:latin typeface="Arial"/>
                <a:ea typeface="Arial"/>
                <a:cs typeface="Arial"/>
              </a:defRPr>
            </a:lvl3pPr>
            <a:lvl4pPr algn="ctr">
              <a:defRPr sz="1800" b="1">
                <a:solidFill>
                  <a:srgbClr val="15324B"/>
                </a:solidFill>
                <a:latin typeface="Arial"/>
                <a:ea typeface="Arial"/>
                <a:cs typeface="Arial"/>
              </a:defRPr>
            </a:lvl4pPr>
            <a:lvl5pPr algn="ctr">
              <a:defRPr sz="1800" b="1">
                <a:solidFill>
                  <a:srgbClr val="15324B"/>
                </a:solidFill>
                <a:latin typeface="Arial"/>
                <a:ea typeface="Arial"/>
                <a:cs typeface="Arial"/>
              </a:defRPr>
            </a:lvl5pPr>
            <a:lvl6pPr algn="ctr">
              <a:defRPr sz="1800" b="1">
                <a:solidFill>
                  <a:srgbClr val="15324B"/>
                </a:solidFill>
                <a:latin typeface="Arial"/>
                <a:ea typeface="Arial"/>
                <a:cs typeface="Arial"/>
              </a:defRPr>
            </a:lvl6pPr>
            <a:lvl7pPr algn="ctr">
              <a:defRPr sz="1800" b="1">
                <a:solidFill>
                  <a:srgbClr val="15324B"/>
                </a:solidFill>
                <a:latin typeface="Arial"/>
                <a:ea typeface="Arial"/>
                <a:cs typeface="Arial"/>
              </a:defRPr>
            </a:lvl7pPr>
            <a:lvl8pPr algn="ctr">
              <a:defRPr sz="1800" b="1">
                <a:solidFill>
                  <a:srgbClr val="15324B"/>
                </a:solidFill>
                <a:latin typeface="Arial"/>
                <a:ea typeface="Arial"/>
                <a:cs typeface="Arial"/>
              </a:defRPr>
            </a:lvl8pPr>
            <a:lvl9pPr algn="ctr">
              <a:defRPr sz="1800" b="1">
                <a:solidFill>
                  <a:srgbClr val="15324B"/>
                </a:solidFill>
                <a:latin typeface="Arial"/>
                <a:ea typeface="Arial"/>
                <a:cs typeface="Arial"/>
              </a:defRPr>
            </a:lvl9pPr>
          </a:lstStyle>
          <a:p xmlns:a="http://schemas.openxmlformats.org/drawingml/2006/main">
            <a:pPr algn="ctr">
              <a:defRPr sz="1800" b="1">
                <a:solidFill>
                  <a:srgbClr val="15324B"/>
                </a:solidFill>
                <a:latin typeface="Arial"/>
                <a:ea typeface="Arial"/>
                <a:cs typeface="Arial"/>
              </a:defRPr>
            </a:pPr>
            <a:r>
              <a:rPr sz="1800" b="1">
                <a:solidFill>
                  <a:srgbClr val="15324B"/>
                </a:solidFill>
                <a:latin typeface="Arial"/>
                <a:ea typeface="Arial"/>
                <a:cs typeface="Arial"/>
              </a:rPr>
              <a:t>Dashboard relay</a:t>
            </a:r>
          </a:p>
          <a:p xmlns:a="http://schemas.openxmlformats.org/drawingml/2006/main">
            <a:pPr algn="ctr">
              <a:defRPr sz="1800" b="1">
                <a:solidFill>
                  <a:srgbClr val="15324B"/>
                </a:solidFill>
                <a:latin typeface="Arial"/>
                <a:ea typeface="Arial"/>
                <a:cs typeface="Arial"/>
              </a:defRPr>
            </a:pPr>
            <a:r>
              <a:rPr sz="1800" b="1">
                <a:solidFill>
                  <a:srgbClr val="15324B"/>
                </a:solidFill>
                <a:latin typeface="Arial"/>
                <a:ea typeface="Arial"/>
                <a:cs typeface="Arial"/>
              </a:rPr>
              <a:t>Read-only HTTP / SSE</a:t>
            </a:r>
          </a:p>
        </p:txBody>
      </p:sp>
      <p:sp>
        <p:nvSpPr>
          <p:cNvPr id="16" name="Agent workflow&#10;Shared memory gateway">
            <a:extLst xmlns:a="http://schemas.openxmlformats.org/drawingml/2006/main">
              <a:ext uri="{FF2B5EF4-FFF2-40B4-BE49-F238E27FC236}">
                <a16:creationId xmlns:a16="http://schemas.microsoft.com/office/drawing/2014/main" id="{D43A7488-8FF9-4FCE-8518-548C078E06FF}"/>
              </a:ext>
            </a:extLst>
          </p:cNvPr>
          <p:cNvSpPr>
            <a:spLocks xmlns:a="http://schemas.openxmlformats.org/drawingml/2006/main" noGrp="1"/>
          </p:cNvSpPr>
          <p:nvPr/>
        </p:nvSpPr>
        <p:spPr>
          <a:xfrm xmlns:a="http://schemas.openxmlformats.org/drawingml/2006/main">
            <a:off x="8286750" y="4095750"/>
            <a:ext cx="2857500" cy="904875"/>
          </a:xfrm>
          <a:prstGeom xmlns:a="http://schemas.openxmlformats.org/drawingml/2006/main" prst="rect">
            <a:avLst/>
          </a:prstGeom>
          <a:solidFill xmlns:a="http://schemas.openxmlformats.org/drawingml/2006/main">
            <a:srgbClr val="FFF0E2"/>
          </a:solidFill>
          <a:ln xmlns:a="http://schemas.openxmlformats.org/drawingml/2006/main" w="14288">
            <a:solidFill>
              <a:srgbClr val="EF7930"/>
            </a:solidFill>
          </a:ln>
        </p:spPr>
        <p:txBody>
          <a:bodyPr xmlns:a="http://schemas.openxmlformats.org/drawingml/2006/main" wrap="square" lIns="114300" tIns="114300" rIns="114300" bIns="114300" anchor="ctr">
            <a:noAutofit/>
          </a:bodyPr>
          <a:lstStyle xmlns:a="http://schemas.openxmlformats.org/drawingml/2006/main">
            <a:defPPr algn="ctr">
              <a:defRPr sz="1950" b="1">
                <a:solidFill>
                  <a:srgbClr val="15324B"/>
                </a:solidFill>
                <a:latin typeface="Arial"/>
                <a:ea typeface="Arial"/>
                <a:cs typeface="Arial"/>
              </a:defRPr>
            </a:defPPr>
            <a:lvl1pPr algn="ctr">
              <a:defRPr sz="1950" b="1">
                <a:solidFill>
                  <a:srgbClr val="15324B"/>
                </a:solidFill>
                <a:latin typeface="Arial"/>
                <a:ea typeface="Arial"/>
                <a:cs typeface="Arial"/>
              </a:defRPr>
            </a:lvl1pPr>
            <a:lvl2pPr algn="ctr">
              <a:defRPr sz="1950" b="1">
                <a:solidFill>
                  <a:srgbClr val="15324B"/>
                </a:solidFill>
                <a:latin typeface="Arial"/>
                <a:ea typeface="Arial"/>
                <a:cs typeface="Arial"/>
              </a:defRPr>
            </a:lvl2pPr>
            <a:lvl3pPr algn="ctr">
              <a:defRPr sz="1950" b="1">
                <a:solidFill>
                  <a:srgbClr val="15324B"/>
                </a:solidFill>
                <a:latin typeface="Arial"/>
                <a:ea typeface="Arial"/>
                <a:cs typeface="Arial"/>
              </a:defRPr>
            </a:lvl3pPr>
            <a:lvl4pPr algn="ctr">
              <a:defRPr sz="1950" b="1">
                <a:solidFill>
                  <a:srgbClr val="15324B"/>
                </a:solidFill>
                <a:latin typeface="Arial"/>
                <a:ea typeface="Arial"/>
                <a:cs typeface="Arial"/>
              </a:defRPr>
            </a:lvl4pPr>
            <a:lvl5pPr algn="ctr">
              <a:defRPr sz="1950" b="1">
                <a:solidFill>
                  <a:srgbClr val="15324B"/>
                </a:solidFill>
                <a:latin typeface="Arial"/>
                <a:ea typeface="Arial"/>
                <a:cs typeface="Arial"/>
              </a:defRPr>
            </a:lvl5pPr>
            <a:lvl6pPr algn="ctr">
              <a:defRPr sz="1950" b="1">
                <a:solidFill>
                  <a:srgbClr val="15324B"/>
                </a:solidFill>
                <a:latin typeface="Arial"/>
                <a:ea typeface="Arial"/>
                <a:cs typeface="Arial"/>
              </a:defRPr>
            </a:lvl6pPr>
            <a:lvl7pPr algn="ctr">
              <a:defRPr sz="1950" b="1">
                <a:solidFill>
                  <a:srgbClr val="15324B"/>
                </a:solidFill>
                <a:latin typeface="Arial"/>
                <a:ea typeface="Arial"/>
                <a:cs typeface="Arial"/>
              </a:defRPr>
            </a:lvl7pPr>
            <a:lvl8pPr algn="ctr">
              <a:defRPr sz="1950" b="1">
                <a:solidFill>
                  <a:srgbClr val="15324B"/>
                </a:solidFill>
                <a:latin typeface="Arial"/>
                <a:ea typeface="Arial"/>
                <a:cs typeface="Arial"/>
              </a:defRPr>
            </a:lvl8pPr>
            <a:lvl9pPr algn="ctr">
              <a:defRPr sz="1950" b="1">
                <a:solidFill>
                  <a:srgbClr val="15324B"/>
                </a:solidFill>
                <a:latin typeface="Arial"/>
                <a:ea typeface="Arial"/>
                <a:cs typeface="Arial"/>
              </a:defRPr>
            </a:lvl9pPr>
          </a:lstStyle>
          <a:p xmlns:a="http://schemas.openxmlformats.org/drawingml/2006/main">
            <a:pPr algn="ctr">
              <a:defRPr sz="1950" b="1">
                <a:solidFill>
                  <a:srgbClr val="15324B"/>
                </a:solidFill>
                <a:latin typeface="Arial"/>
                <a:ea typeface="Arial"/>
                <a:cs typeface="Arial"/>
              </a:defRPr>
            </a:pPr>
            <a:r>
              <a:rPr sz="1950" b="1">
                <a:solidFill>
                  <a:srgbClr val="15324B"/>
                </a:solidFill>
                <a:latin typeface="Arial"/>
                <a:ea typeface="Arial"/>
                <a:cs typeface="Arial"/>
              </a:rPr>
              <a:t>Agent workflow</a:t>
            </a:r>
          </a:p>
          <a:p xmlns:a="http://schemas.openxmlformats.org/drawingml/2006/main">
            <a:pPr algn="ctr">
              <a:defRPr sz="1950" b="1">
                <a:solidFill>
                  <a:srgbClr val="15324B"/>
                </a:solidFill>
                <a:latin typeface="Arial"/>
                <a:ea typeface="Arial"/>
                <a:cs typeface="Arial"/>
              </a:defRPr>
            </a:pPr>
            <a:r>
              <a:rPr sz="1950" b="1">
                <a:solidFill>
                  <a:srgbClr val="15324B"/>
                </a:solidFill>
                <a:latin typeface="Arial"/>
                <a:ea typeface="Arial"/>
                <a:cs typeface="Arial"/>
              </a:rPr>
              <a:t>Shared memory gateway</a:t>
            </a:r>
          </a:p>
        </p:txBody>
      </p:sp>
      <p:sp>
        <p:nvSpPr>
          <p:cNvPr id="17" name="SQLite&#10;Application data">
            <a:extLst xmlns:a="http://schemas.openxmlformats.org/drawingml/2006/main">
              <a:ext uri="{FF2B5EF4-FFF2-40B4-BE49-F238E27FC236}">
                <a16:creationId xmlns:a16="http://schemas.microsoft.com/office/drawing/2014/main" id="{FB8D5C96-B4A7-4334-A855-7B7E93AF8263}"/>
              </a:ext>
            </a:extLst>
          </p:cNvPr>
          <p:cNvSpPr>
            <a:spLocks xmlns:a="http://schemas.openxmlformats.org/drawingml/2006/main" noGrp="1"/>
          </p:cNvSpPr>
          <p:nvPr/>
        </p:nvSpPr>
        <p:spPr>
          <a:xfrm xmlns:a="http://schemas.openxmlformats.org/drawingml/2006/main">
            <a:off x="11811000" y="2266950"/>
            <a:ext cx="2762250" cy="952500"/>
          </a:xfrm>
          <a:prstGeom xmlns:a="http://schemas.openxmlformats.org/drawingml/2006/main" prst="rect">
            <a:avLst/>
          </a:prstGeom>
          <a:solidFill xmlns:a="http://schemas.openxmlformats.org/drawingml/2006/main">
            <a:srgbClr val="FFFFFF"/>
          </a:solidFill>
          <a:ln xmlns:a="http://schemas.openxmlformats.org/drawingml/2006/main" w="14288">
            <a:solidFill>
              <a:srgbClr val="C9D3DA"/>
            </a:solidFill>
          </a:ln>
        </p:spPr>
        <p:txBody>
          <a:bodyPr xmlns:a="http://schemas.openxmlformats.org/drawingml/2006/main" wrap="square" lIns="114300" tIns="114300" rIns="114300" bIns="114300" anchor="ctr">
            <a:noAutofit/>
          </a:bodyPr>
          <a:lstStyle xmlns:a="http://schemas.openxmlformats.org/drawingml/2006/main">
            <a:defPPr algn="ctr">
              <a:defRPr sz="1800" b="1">
                <a:solidFill>
                  <a:srgbClr val="15324B"/>
                </a:solidFill>
                <a:latin typeface="Arial"/>
                <a:ea typeface="Arial"/>
                <a:cs typeface="Arial"/>
              </a:defRPr>
            </a:defPPr>
            <a:lvl1pPr algn="ctr">
              <a:defRPr sz="1800" b="1">
                <a:solidFill>
                  <a:srgbClr val="15324B"/>
                </a:solidFill>
                <a:latin typeface="Arial"/>
                <a:ea typeface="Arial"/>
                <a:cs typeface="Arial"/>
              </a:defRPr>
            </a:lvl1pPr>
            <a:lvl2pPr algn="ctr">
              <a:defRPr sz="1800" b="1">
                <a:solidFill>
                  <a:srgbClr val="15324B"/>
                </a:solidFill>
                <a:latin typeface="Arial"/>
                <a:ea typeface="Arial"/>
                <a:cs typeface="Arial"/>
              </a:defRPr>
            </a:lvl2pPr>
            <a:lvl3pPr algn="ctr">
              <a:defRPr sz="1800" b="1">
                <a:solidFill>
                  <a:srgbClr val="15324B"/>
                </a:solidFill>
                <a:latin typeface="Arial"/>
                <a:ea typeface="Arial"/>
                <a:cs typeface="Arial"/>
              </a:defRPr>
            </a:lvl3pPr>
            <a:lvl4pPr algn="ctr">
              <a:defRPr sz="1800" b="1">
                <a:solidFill>
                  <a:srgbClr val="15324B"/>
                </a:solidFill>
                <a:latin typeface="Arial"/>
                <a:ea typeface="Arial"/>
                <a:cs typeface="Arial"/>
              </a:defRPr>
            </a:lvl4pPr>
            <a:lvl5pPr algn="ctr">
              <a:defRPr sz="1800" b="1">
                <a:solidFill>
                  <a:srgbClr val="15324B"/>
                </a:solidFill>
                <a:latin typeface="Arial"/>
                <a:ea typeface="Arial"/>
                <a:cs typeface="Arial"/>
              </a:defRPr>
            </a:lvl5pPr>
            <a:lvl6pPr algn="ctr">
              <a:defRPr sz="1800" b="1">
                <a:solidFill>
                  <a:srgbClr val="15324B"/>
                </a:solidFill>
                <a:latin typeface="Arial"/>
                <a:ea typeface="Arial"/>
                <a:cs typeface="Arial"/>
              </a:defRPr>
            </a:lvl6pPr>
            <a:lvl7pPr algn="ctr">
              <a:defRPr sz="1800" b="1">
                <a:solidFill>
                  <a:srgbClr val="15324B"/>
                </a:solidFill>
                <a:latin typeface="Arial"/>
                <a:ea typeface="Arial"/>
                <a:cs typeface="Arial"/>
              </a:defRPr>
            </a:lvl7pPr>
            <a:lvl8pPr algn="ctr">
              <a:defRPr sz="1800" b="1">
                <a:solidFill>
                  <a:srgbClr val="15324B"/>
                </a:solidFill>
                <a:latin typeface="Arial"/>
                <a:ea typeface="Arial"/>
                <a:cs typeface="Arial"/>
              </a:defRPr>
            </a:lvl8pPr>
            <a:lvl9pPr algn="ctr">
              <a:defRPr sz="1800" b="1">
                <a:solidFill>
                  <a:srgbClr val="15324B"/>
                </a:solidFill>
                <a:latin typeface="Arial"/>
                <a:ea typeface="Arial"/>
                <a:cs typeface="Arial"/>
              </a:defRPr>
            </a:lvl9pPr>
          </a:lstStyle>
          <a:p xmlns:a="http://schemas.openxmlformats.org/drawingml/2006/main">
            <a:pPr algn="ctr">
              <a:defRPr sz="1800" b="1">
                <a:solidFill>
                  <a:srgbClr val="15324B"/>
                </a:solidFill>
                <a:latin typeface="Arial"/>
                <a:ea typeface="Arial"/>
                <a:cs typeface="Arial"/>
              </a:defRPr>
            </a:pPr>
            <a:r>
              <a:rPr sz="1800" b="1">
                <a:solidFill>
                  <a:srgbClr val="15324B"/>
                </a:solidFill>
                <a:latin typeface="Arial"/>
                <a:ea typeface="Arial"/>
                <a:cs typeface="Arial"/>
              </a:rPr>
              <a:t>SQLite</a:t>
            </a:r>
          </a:p>
          <a:p xmlns:a="http://schemas.openxmlformats.org/drawingml/2006/main">
            <a:pPr algn="ctr">
              <a:defRPr sz="1800" b="1">
                <a:solidFill>
                  <a:srgbClr val="15324B"/>
                </a:solidFill>
                <a:latin typeface="Arial"/>
                <a:ea typeface="Arial"/>
                <a:cs typeface="Arial"/>
              </a:defRPr>
            </a:pPr>
            <a:r>
              <a:rPr sz="1800" b="1">
                <a:solidFill>
                  <a:srgbClr val="15324B"/>
                </a:solidFill>
                <a:latin typeface="Arial"/>
                <a:ea typeface="Arial"/>
                <a:cs typeface="Arial"/>
              </a:rPr>
              <a:t>Application data</a:t>
            </a:r>
          </a:p>
        </p:txBody>
      </p:sp>
      <p:sp>
        <p:nvSpPr>
          <p:cNvPr id="23" name="TIER 1&#10;Hot agent + traveler context">
            <a:extLst xmlns:a="http://schemas.openxmlformats.org/drawingml/2006/main">
              <a:ext uri="{FF2B5EF4-FFF2-40B4-BE49-F238E27FC236}">
                <a16:creationId xmlns:a16="http://schemas.microsoft.com/office/drawing/2014/main" id="{FAA5EE0B-7D5D-4A7E-B986-8425016CC042}"/>
              </a:ext>
            </a:extLst>
          </p:cNvPr>
          <p:cNvSpPr>
            <a:spLocks xmlns:a="http://schemas.openxmlformats.org/drawingml/2006/main" noGrp="1"/>
          </p:cNvSpPr>
          <p:nvPr/>
        </p:nvSpPr>
        <p:spPr>
          <a:xfrm xmlns:a="http://schemas.openxmlformats.org/drawingml/2006/main">
            <a:off x="5238750" y="6191250"/>
            <a:ext cx="2714625" cy="1047750"/>
          </a:xfrm>
          <a:prstGeom xmlns:a="http://schemas.openxmlformats.org/drawingml/2006/main" prst="rect">
            <a:avLst/>
          </a:prstGeom>
          <a:solidFill xmlns:a="http://schemas.openxmlformats.org/drawingml/2006/main">
            <a:srgbClr val="FFF0E2"/>
          </a:solidFill>
          <a:ln xmlns:a="http://schemas.openxmlformats.org/drawingml/2006/main" w="14288">
            <a:solidFill>
              <a:srgbClr val="EF7930"/>
            </a:solidFill>
          </a:ln>
        </p:spPr>
        <p:txBody>
          <a:bodyPr xmlns:a="http://schemas.openxmlformats.org/drawingml/2006/main" wrap="square" lIns="114300" tIns="114300" rIns="114300" bIns="114300" anchor="ctr">
            <a:noAutofit/>
          </a:bodyPr>
          <a:lstStyle xmlns:a="http://schemas.openxmlformats.org/drawingml/2006/main">
            <a:defPPr algn="ctr">
              <a:defRPr sz="1800" b="1">
                <a:solidFill>
                  <a:srgbClr val="15324B"/>
                </a:solidFill>
                <a:latin typeface="Arial"/>
                <a:ea typeface="Arial"/>
                <a:cs typeface="Arial"/>
              </a:defRPr>
            </a:defPPr>
            <a:lvl1pPr algn="ctr">
              <a:defRPr sz="1800" b="1">
                <a:solidFill>
                  <a:srgbClr val="15324B"/>
                </a:solidFill>
                <a:latin typeface="Arial"/>
                <a:ea typeface="Arial"/>
                <a:cs typeface="Arial"/>
              </a:defRPr>
            </a:lvl1pPr>
            <a:lvl2pPr algn="ctr">
              <a:defRPr sz="1800" b="1">
                <a:solidFill>
                  <a:srgbClr val="15324B"/>
                </a:solidFill>
                <a:latin typeface="Arial"/>
                <a:ea typeface="Arial"/>
                <a:cs typeface="Arial"/>
              </a:defRPr>
            </a:lvl2pPr>
            <a:lvl3pPr algn="ctr">
              <a:defRPr sz="1800" b="1">
                <a:solidFill>
                  <a:srgbClr val="15324B"/>
                </a:solidFill>
                <a:latin typeface="Arial"/>
                <a:ea typeface="Arial"/>
                <a:cs typeface="Arial"/>
              </a:defRPr>
            </a:lvl3pPr>
            <a:lvl4pPr algn="ctr">
              <a:defRPr sz="1800" b="1">
                <a:solidFill>
                  <a:srgbClr val="15324B"/>
                </a:solidFill>
                <a:latin typeface="Arial"/>
                <a:ea typeface="Arial"/>
                <a:cs typeface="Arial"/>
              </a:defRPr>
            </a:lvl4pPr>
            <a:lvl5pPr algn="ctr">
              <a:defRPr sz="1800" b="1">
                <a:solidFill>
                  <a:srgbClr val="15324B"/>
                </a:solidFill>
                <a:latin typeface="Arial"/>
                <a:ea typeface="Arial"/>
                <a:cs typeface="Arial"/>
              </a:defRPr>
            </a:lvl5pPr>
            <a:lvl6pPr algn="ctr">
              <a:defRPr sz="1800" b="1">
                <a:solidFill>
                  <a:srgbClr val="15324B"/>
                </a:solidFill>
                <a:latin typeface="Arial"/>
                <a:ea typeface="Arial"/>
                <a:cs typeface="Arial"/>
              </a:defRPr>
            </a:lvl6pPr>
            <a:lvl7pPr algn="ctr">
              <a:defRPr sz="1800" b="1">
                <a:solidFill>
                  <a:srgbClr val="15324B"/>
                </a:solidFill>
                <a:latin typeface="Arial"/>
                <a:ea typeface="Arial"/>
                <a:cs typeface="Arial"/>
              </a:defRPr>
            </a:lvl7pPr>
            <a:lvl8pPr algn="ctr">
              <a:defRPr sz="1800" b="1">
                <a:solidFill>
                  <a:srgbClr val="15324B"/>
                </a:solidFill>
                <a:latin typeface="Arial"/>
                <a:ea typeface="Arial"/>
                <a:cs typeface="Arial"/>
              </a:defRPr>
            </a:lvl8pPr>
            <a:lvl9pPr algn="ctr">
              <a:defRPr sz="1800" b="1">
                <a:solidFill>
                  <a:srgbClr val="15324B"/>
                </a:solidFill>
                <a:latin typeface="Arial"/>
                <a:ea typeface="Arial"/>
                <a:cs typeface="Arial"/>
              </a:defRPr>
            </a:lvl9pPr>
          </a:lstStyle>
          <a:p xmlns:a="http://schemas.openxmlformats.org/drawingml/2006/main">
            <a:pPr algn="ctr">
              <a:defRPr sz="1800" b="1">
                <a:solidFill>
                  <a:srgbClr val="15324B"/>
                </a:solidFill>
                <a:latin typeface="Arial"/>
                <a:ea typeface="Arial"/>
                <a:cs typeface="Arial"/>
              </a:defRPr>
            </a:pPr>
            <a:r>
              <a:rPr sz="1800" b="1">
                <a:solidFill>
                  <a:srgbClr val="15324B"/>
                </a:solidFill>
                <a:latin typeface="Arial"/>
                <a:ea typeface="Arial"/>
                <a:cs typeface="Arial"/>
              </a:rPr>
              <a:t>TIER 1</a:t>
            </a:r>
          </a:p>
          <a:p xmlns:a="http://schemas.openxmlformats.org/drawingml/2006/main">
            <a:pPr algn="ctr">
              <a:defRPr sz="1800" b="1">
                <a:solidFill>
                  <a:srgbClr val="15324B"/>
                </a:solidFill>
                <a:latin typeface="Arial"/>
                <a:ea typeface="Arial"/>
                <a:cs typeface="Arial"/>
              </a:defRPr>
            </a:pPr>
            <a:r>
              <a:rPr sz="1800" b="1">
                <a:solidFill>
                  <a:srgbClr val="15324B"/>
                </a:solidFill>
                <a:latin typeface="Arial"/>
                <a:ea typeface="Arial"/>
                <a:cs typeface="Arial"/>
              </a:rPr>
              <a:t>Hot agent + traveler context</a:t>
            </a:r>
          </a:p>
        </p:txBody>
      </p:sp>
      <p:sp>
        <p:nvSpPr>
          <p:cNvPr id="24" name="TIER 2&#10;Task cards + bounded cache">
            <a:extLst xmlns:a="http://schemas.openxmlformats.org/drawingml/2006/main">
              <a:ext uri="{FF2B5EF4-FFF2-40B4-BE49-F238E27FC236}">
                <a16:creationId xmlns:a16="http://schemas.microsoft.com/office/drawing/2014/main" id="{862E4796-F952-4AF9-8DF3-A03697096A1F}"/>
              </a:ext>
            </a:extLst>
          </p:cNvPr>
          <p:cNvSpPr>
            <a:spLocks xmlns:a="http://schemas.openxmlformats.org/drawingml/2006/main" noGrp="1"/>
          </p:cNvSpPr>
          <p:nvPr/>
        </p:nvSpPr>
        <p:spPr>
          <a:xfrm xmlns:a="http://schemas.openxmlformats.org/drawingml/2006/main">
            <a:off x="8572500" y="6191250"/>
            <a:ext cx="2714625" cy="1047750"/>
          </a:xfrm>
          <a:prstGeom xmlns:a="http://schemas.openxmlformats.org/drawingml/2006/main" prst="rect">
            <a:avLst/>
          </a:prstGeom>
          <a:solidFill xmlns:a="http://schemas.openxmlformats.org/drawingml/2006/main">
            <a:srgbClr val="EAF3F2"/>
          </a:solidFill>
          <a:ln xmlns:a="http://schemas.openxmlformats.org/drawingml/2006/main" w="14288">
            <a:solidFill>
              <a:srgbClr val="147F7C"/>
            </a:solidFill>
          </a:ln>
        </p:spPr>
        <p:txBody>
          <a:bodyPr xmlns:a="http://schemas.openxmlformats.org/drawingml/2006/main" wrap="square" lIns="114300" tIns="114300" rIns="114300" bIns="114300" anchor="ctr">
            <a:noAutofit/>
          </a:bodyPr>
          <a:lstStyle xmlns:a="http://schemas.openxmlformats.org/drawingml/2006/main">
            <a:defPPr algn="ctr">
              <a:defRPr sz="1800" b="1">
                <a:solidFill>
                  <a:srgbClr val="15324B"/>
                </a:solidFill>
                <a:latin typeface="Arial"/>
                <a:ea typeface="Arial"/>
                <a:cs typeface="Arial"/>
              </a:defRPr>
            </a:defPPr>
            <a:lvl1pPr algn="ctr">
              <a:defRPr sz="1800" b="1">
                <a:solidFill>
                  <a:srgbClr val="15324B"/>
                </a:solidFill>
                <a:latin typeface="Arial"/>
                <a:ea typeface="Arial"/>
                <a:cs typeface="Arial"/>
              </a:defRPr>
            </a:lvl1pPr>
            <a:lvl2pPr algn="ctr">
              <a:defRPr sz="1800" b="1">
                <a:solidFill>
                  <a:srgbClr val="15324B"/>
                </a:solidFill>
                <a:latin typeface="Arial"/>
                <a:ea typeface="Arial"/>
                <a:cs typeface="Arial"/>
              </a:defRPr>
            </a:lvl2pPr>
            <a:lvl3pPr algn="ctr">
              <a:defRPr sz="1800" b="1">
                <a:solidFill>
                  <a:srgbClr val="15324B"/>
                </a:solidFill>
                <a:latin typeface="Arial"/>
                <a:ea typeface="Arial"/>
                <a:cs typeface="Arial"/>
              </a:defRPr>
            </a:lvl3pPr>
            <a:lvl4pPr algn="ctr">
              <a:defRPr sz="1800" b="1">
                <a:solidFill>
                  <a:srgbClr val="15324B"/>
                </a:solidFill>
                <a:latin typeface="Arial"/>
                <a:ea typeface="Arial"/>
                <a:cs typeface="Arial"/>
              </a:defRPr>
            </a:lvl4pPr>
            <a:lvl5pPr algn="ctr">
              <a:defRPr sz="1800" b="1">
                <a:solidFill>
                  <a:srgbClr val="15324B"/>
                </a:solidFill>
                <a:latin typeface="Arial"/>
                <a:ea typeface="Arial"/>
                <a:cs typeface="Arial"/>
              </a:defRPr>
            </a:lvl5pPr>
            <a:lvl6pPr algn="ctr">
              <a:defRPr sz="1800" b="1">
                <a:solidFill>
                  <a:srgbClr val="15324B"/>
                </a:solidFill>
                <a:latin typeface="Arial"/>
                <a:ea typeface="Arial"/>
                <a:cs typeface="Arial"/>
              </a:defRPr>
            </a:lvl6pPr>
            <a:lvl7pPr algn="ctr">
              <a:defRPr sz="1800" b="1">
                <a:solidFill>
                  <a:srgbClr val="15324B"/>
                </a:solidFill>
                <a:latin typeface="Arial"/>
                <a:ea typeface="Arial"/>
                <a:cs typeface="Arial"/>
              </a:defRPr>
            </a:lvl7pPr>
            <a:lvl8pPr algn="ctr">
              <a:defRPr sz="1800" b="1">
                <a:solidFill>
                  <a:srgbClr val="15324B"/>
                </a:solidFill>
                <a:latin typeface="Arial"/>
                <a:ea typeface="Arial"/>
                <a:cs typeface="Arial"/>
              </a:defRPr>
            </a:lvl8pPr>
            <a:lvl9pPr algn="ctr">
              <a:defRPr sz="1800" b="1">
                <a:solidFill>
                  <a:srgbClr val="15324B"/>
                </a:solidFill>
                <a:latin typeface="Arial"/>
                <a:ea typeface="Arial"/>
                <a:cs typeface="Arial"/>
              </a:defRPr>
            </a:lvl9pPr>
          </a:lstStyle>
          <a:p xmlns:a="http://schemas.openxmlformats.org/drawingml/2006/main">
            <a:pPr algn="ctr">
              <a:defRPr sz="1800" b="1">
                <a:solidFill>
                  <a:srgbClr val="15324B"/>
                </a:solidFill>
                <a:latin typeface="Arial"/>
                <a:ea typeface="Arial"/>
                <a:cs typeface="Arial"/>
              </a:defRPr>
            </a:pPr>
            <a:r>
              <a:rPr sz="1800" b="1">
                <a:solidFill>
                  <a:srgbClr val="15324B"/>
                </a:solidFill>
                <a:latin typeface="Arial"/>
                <a:ea typeface="Arial"/>
                <a:cs typeface="Arial"/>
              </a:rPr>
              <a:t>TIER 2</a:t>
            </a:r>
          </a:p>
          <a:p xmlns:a="http://schemas.openxmlformats.org/drawingml/2006/main">
            <a:pPr algn="ctr">
              <a:defRPr sz="1800" b="1">
                <a:solidFill>
                  <a:srgbClr val="15324B"/>
                </a:solidFill>
                <a:latin typeface="Arial"/>
                <a:ea typeface="Arial"/>
                <a:cs typeface="Arial"/>
              </a:defRPr>
            </a:pPr>
            <a:r>
              <a:rPr sz="1800" b="1">
                <a:solidFill>
                  <a:srgbClr val="15324B"/>
                </a:solidFill>
                <a:latin typeface="Arial"/>
                <a:ea typeface="Arial"/>
                <a:cs typeface="Arial"/>
              </a:rPr>
              <a:t>Task cards + bounded cache</a:t>
            </a:r>
          </a:p>
        </p:txBody>
      </p:sp>
      <p:sp>
        <p:nvSpPr>
          <p:cNvPr id="25" name="TIER 3&#10;FalkorDB + Qdrant + journal">
            <a:extLst xmlns:a="http://schemas.openxmlformats.org/drawingml/2006/main">
              <a:ext uri="{FF2B5EF4-FFF2-40B4-BE49-F238E27FC236}">
                <a16:creationId xmlns:a16="http://schemas.microsoft.com/office/drawing/2014/main" id="{E8B5356C-FFA7-4E1D-9D13-E29C48524B71}"/>
              </a:ext>
            </a:extLst>
          </p:cNvPr>
          <p:cNvSpPr>
            <a:spLocks xmlns:a="http://schemas.openxmlformats.org/drawingml/2006/main" noGrp="1"/>
          </p:cNvSpPr>
          <p:nvPr/>
        </p:nvSpPr>
        <p:spPr>
          <a:xfrm xmlns:a="http://schemas.openxmlformats.org/drawingml/2006/main">
            <a:off x="11811000" y="6191250"/>
            <a:ext cx="2762250" cy="1047750"/>
          </a:xfrm>
          <a:prstGeom xmlns:a="http://schemas.openxmlformats.org/drawingml/2006/main" prst="rect">
            <a:avLst/>
          </a:prstGeom>
          <a:solidFill xmlns:a="http://schemas.openxmlformats.org/drawingml/2006/main">
            <a:srgbClr val="E8EFF5"/>
          </a:solidFill>
          <a:ln xmlns:a="http://schemas.openxmlformats.org/drawingml/2006/main" w="14288">
            <a:solidFill>
              <a:srgbClr val="5D83A1"/>
            </a:solidFill>
          </a:ln>
        </p:spPr>
        <p:txBody>
          <a:bodyPr xmlns:a="http://schemas.openxmlformats.org/drawingml/2006/main" wrap="square" lIns="114300" tIns="114300" rIns="114300" bIns="114300" anchor="ctr">
            <a:noAutofit/>
          </a:bodyPr>
          <a:lstStyle xmlns:a="http://schemas.openxmlformats.org/drawingml/2006/main">
            <a:defPPr algn="ctr">
              <a:defRPr sz="1800" b="1">
                <a:solidFill>
                  <a:srgbClr val="15324B"/>
                </a:solidFill>
                <a:latin typeface="Arial"/>
                <a:ea typeface="Arial"/>
                <a:cs typeface="Arial"/>
              </a:defRPr>
            </a:defPPr>
            <a:lvl1pPr algn="ctr">
              <a:defRPr sz="1800" b="1">
                <a:solidFill>
                  <a:srgbClr val="15324B"/>
                </a:solidFill>
                <a:latin typeface="Arial"/>
                <a:ea typeface="Arial"/>
                <a:cs typeface="Arial"/>
              </a:defRPr>
            </a:lvl1pPr>
            <a:lvl2pPr algn="ctr">
              <a:defRPr sz="1800" b="1">
                <a:solidFill>
                  <a:srgbClr val="15324B"/>
                </a:solidFill>
                <a:latin typeface="Arial"/>
                <a:ea typeface="Arial"/>
                <a:cs typeface="Arial"/>
              </a:defRPr>
            </a:lvl2pPr>
            <a:lvl3pPr algn="ctr">
              <a:defRPr sz="1800" b="1">
                <a:solidFill>
                  <a:srgbClr val="15324B"/>
                </a:solidFill>
                <a:latin typeface="Arial"/>
                <a:ea typeface="Arial"/>
                <a:cs typeface="Arial"/>
              </a:defRPr>
            </a:lvl3pPr>
            <a:lvl4pPr algn="ctr">
              <a:defRPr sz="1800" b="1">
                <a:solidFill>
                  <a:srgbClr val="15324B"/>
                </a:solidFill>
                <a:latin typeface="Arial"/>
                <a:ea typeface="Arial"/>
                <a:cs typeface="Arial"/>
              </a:defRPr>
            </a:lvl4pPr>
            <a:lvl5pPr algn="ctr">
              <a:defRPr sz="1800" b="1">
                <a:solidFill>
                  <a:srgbClr val="15324B"/>
                </a:solidFill>
                <a:latin typeface="Arial"/>
                <a:ea typeface="Arial"/>
                <a:cs typeface="Arial"/>
              </a:defRPr>
            </a:lvl5pPr>
            <a:lvl6pPr algn="ctr">
              <a:defRPr sz="1800" b="1">
                <a:solidFill>
                  <a:srgbClr val="15324B"/>
                </a:solidFill>
                <a:latin typeface="Arial"/>
                <a:ea typeface="Arial"/>
                <a:cs typeface="Arial"/>
              </a:defRPr>
            </a:lvl6pPr>
            <a:lvl7pPr algn="ctr">
              <a:defRPr sz="1800" b="1">
                <a:solidFill>
                  <a:srgbClr val="15324B"/>
                </a:solidFill>
                <a:latin typeface="Arial"/>
                <a:ea typeface="Arial"/>
                <a:cs typeface="Arial"/>
              </a:defRPr>
            </a:lvl7pPr>
            <a:lvl8pPr algn="ctr">
              <a:defRPr sz="1800" b="1">
                <a:solidFill>
                  <a:srgbClr val="15324B"/>
                </a:solidFill>
                <a:latin typeface="Arial"/>
                <a:ea typeface="Arial"/>
                <a:cs typeface="Arial"/>
              </a:defRPr>
            </a:lvl8pPr>
            <a:lvl9pPr algn="ctr">
              <a:defRPr sz="1800" b="1">
                <a:solidFill>
                  <a:srgbClr val="15324B"/>
                </a:solidFill>
                <a:latin typeface="Arial"/>
                <a:ea typeface="Arial"/>
                <a:cs typeface="Arial"/>
              </a:defRPr>
            </a:lvl9pPr>
          </a:lstStyle>
          <a:p xmlns:a="http://schemas.openxmlformats.org/drawingml/2006/main">
            <a:pPr algn="ctr">
              <a:defRPr sz="1800" b="1">
                <a:solidFill>
                  <a:srgbClr val="15324B"/>
                </a:solidFill>
                <a:latin typeface="Arial"/>
                <a:ea typeface="Arial"/>
                <a:cs typeface="Arial"/>
              </a:defRPr>
            </a:pPr>
            <a:r>
              <a:rPr sz="1800" b="1">
                <a:solidFill>
                  <a:srgbClr val="15324B"/>
                </a:solidFill>
                <a:latin typeface="Arial"/>
                <a:ea typeface="Arial"/>
                <a:cs typeface="Arial"/>
              </a:rPr>
              <a:t>TIER 3</a:t>
            </a:r>
          </a:p>
          <a:p xmlns:a="http://schemas.openxmlformats.org/drawingml/2006/main">
            <a:pPr algn="ctr">
              <a:defRPr sz="1800" b="1">
                <a:solidFill>
                  <a:srgbClr val="15324B"/>
                </a:solidFill>
                <a:latin typeface="Arial"/>
                <a:ea typeface="Arial"/>
                <a:cs typeface="Arial"/>
              </a:defRPr>
            </a:pPr>
            <a:r>
              <a:rPr sz="1800" b="1">
                <a:solidFill>
                  <a:srgbClr val="15324B"/>
                </a:solidFill>
                <a:latin typeface="Arial"/>
                <a:ea typeface="Arial"/>
                <a:cs typeface="Arial"/>
              </a:rPr>
              <a:t>FalkorDB + Qdrant + journal</a:t>
            </a:r>
          </a:p>
        </p:txBody>
      </p:sp>
    </p:spTree>
    <p:extLst>
      <p:ext uri="{BB962C8B-B14F-4D97-AF65-F5344CB8AC3E}">
        <p14:creationId xmlns:p14="http://schemas.microsoft.com/office/powerpoint/2010/main" val="441773786"/>
      </p:ext>
    </p:extLst>
  </p:cSld>
</p:sld>
</file>

<file path=ppt/slides/slide4.xml><?xml version="1.0" encoding="utf-8"?>
<p:sld xmlns:p="http://schemas.openxmlformats.org/presentationml/2006/main">
  <p:cSld>
    <p:bg>
      <p:bgPr>
        <a:solidFill xmlns:a="http://schemas.openxmlformats.org/drawingml/2006/main">
          <a:srgbClr val="FAF7F0"/>
        </a:solidFill>
      </p:bgPr>
    </p:bg>
    <p:spTree>
      <p:nvGrpSpPr>
        <p:cNvPr id="1" name=""/>
        <p:cNvGrpSpPr/>
        <p:nvPr/>
      </p:nvGrpSpPr>
      <p:grpSpPr>
        <a:xfrm xmlns:a="http://schemas.openxmlformats.org/drawingml/2006/main"/>
      </p:grpSpPr>
      <p:cxnSp>
        <p:nvCxnSpPr>
          <p:cNvPr id="23" name="">
            <a:extLst xmlns:a="http://schemas.openxmlformats.org/drawingml/2006/main">
              <a:ext uri="{FF2B5EF4-FFF2-40B4-BE49-F238E27FC236}">
                <a16:creationId xmlns:a16="http://schemas.microsoft.com/office/drawing/2014/main" id="{68F4F61D-CE13-4246-A0C2-738AB6F42467}"/>
              </a:ext>
            </a:extLst>
          </p:cNvPr>
          <p:cNvCxnSpPr>
            <a:stCxn xmlns:a="http://schemas.openxmlformats.org/drawingml/2006/main" id="12" idx="2"/>
            <a:endCxn xmlns:a="http://schemas.openxmlformats.org/drawingml/2006/main" id="13" idx="0"/>
          </p:cNvCxnSpPr>
          <p:nvPr/>
        </p:nvCxnSpPr>
        <p:spPr>
          <a:xfrm xmlns:a="http://schemas.openxmlformats.org/drawingml/2006/main">
            <a:off x="8334375" y="4619625"/>
            <a:ext cx="0" cy="952500"/>
          </a:xfrm>
          <a:prstGeom xmlns:a="http://schemas.openxmlformats.org/drawingml/2006/main" prst="straightConnector1">
            <a:avLst/>
          </a:prstGeom>
          <a:ln xmlns:a="http://schemas.openxmlformats.org/drawingml/2006/main" w="20955">
            <a:solidFill>
              <a:srgbClr val="53697A"/>
            </a:solidFill>
            <a:prstDash val="solid"/>
            <a:tailEnd type="triangle" w="med" len="med"/>
          </a:ln>
        </p:spPr>
      </p:cxnSp>
      <p:cxnSp>
        <p:nvCxnSpPr>
          <p:cNvPr id="22" name="">
            <a:extLst xmlns:a="http://schemas.openxmlformats.org/drawingml/2006/main">
              <a:ext uri="{FF2B5EF4-FFF2-40B4-BE49-F238E27FC236}">
                <a16:creationId xmlns:a16="http://schemas.microsoft.com/office/drawing/2014/main" id="{2BBB46A1-C7DA-49CD-B41F-4C843BD3704A}"/>
              </a:ext>
            </a:extLst>
          </p:cNvPr>
          <p:cNvCxnSpPr>
            <a:stCxn xmlns:a="http://schemas.openxmlformats.org/drawingml/2006/main" id="11" idx="3"/>
            <a:endCxn xmlns:a="http://schemas.openxmlformats.org/drawingml/2006/main" id="12" idx="1"/>
          </p:cNvCxnSpPr>
          <p:nvPr/>
        </p:nvCxnSpPr>
        <p:spPr>
          <a:xfrm xmlns:a="http://schemas.openxmlformats.org/drawingml/2006/main">
            <a:off x="6762750" y="4143375"/>
            <a:ext cx="714375" cy="0"/>
          </a:xfrm>
          <a:prstGeom xmlns:a="http://schemas.openxmlformats.org/drawingml/2006/main" prst="straightConnector1">
            <a:avLst/>
          </a:prstGeom>
          <a:ln xmlns:a="http://schemas.openxmlformats.org/drawingml/2006/main" w="20955">
            <a:solidFill>
              <a:srgbClr val="53697A"/>
            </a:solidFill>
            <a:prstDash val="solid"/>
            <a:tailEnd type="triangle" w="med" len="med"/>
          </a:ln>
        </p:spPr>
      </p:cxnSp>
      <p:cxnSp>
        <p:nvCxnSpPr>
          <p:cNvPr id="21" name="">
            <a:extLst xmlns:a="http://schemas.openxmlformats.org/drawingml/2006/main">
              <a:ext uri="{FF2B5EF4-FFF2-40B4-BE49-F238E27FC236}">
                <a16:creationId xmlns:a16="http://schemas.microsoft.com/office/drawing/2014/main" id="{57D8BEB8-610B-4361-B400-1E5BBE2F9707}"/>
              </a:ext>
            </a:extLst>
          </p:cNvPr>
          <p:cNvCxnSpPr>
            <a:stCxn xmlns:a="http://schemas.openxmlformats.org/drawingml/2006/main" id="10" idx="3"/>
            <a:endCxn xmlns:a="http://schemas.openxmlformats.org/drawingml/2006/main" id="11" idx="1"/>
          </p:cNvCxnSpPr>
          <p:nvPr/>
        </p:nvCxnSpPr>
        <p:spPr>
          <a:xfrm xmlns:a="http://schemas.openxmlformats.org/drawingml/2006/main" flipV="1">
            <a:off x="4333875" y="4143375"/>
            <a:ext cx="809625" cy="1309688"/>
          </a:xfrm>
          <a:prstGeom xmlns:a="http://schemas.openxmlformats.org/drawingml/2006/main" prst="bentConnector3">
            <a:avLst>
              <a:gd name="adj1" fmla="val 50000"/>
            </a:avLst>
          </a:prstGeom>
          <a:ln xmlns:a="http://schemas.openxmlformats.org/drawingml/2006/main" w="20955">
            <a:solidFill>
              <a:srgbClr val="53697A"/>
            </a:solidFill>
            <a:prstDash val="solid"/>
            <a:tailEnd type="triangle" w="med" len="med"/>
          </a:ln>
        </p:spPr>
      </p:cxnSp>
      <p:cxnSp>
        <p:nvCxnSpPr>
          <p:cNvPr id="20" name="">
            <a:extLst xmlns:a="http://schemas.openxmlformats.org/drawingml/2006/main">
              <a:ext uri="{FF2B5EF4-FFF2-40B4-BE49-F238E27FC236}">
                <a16:creationId xmlns:a16="http://schemas.microsoft.com/office/drawing/2014/main" id="{E54D1773-95D2-458A-85FF-3AEA0A380ACA}"/>
              </a:ext>
            </a:extLst>
          </p:cNvPr>
          <p:cNvCxnSpPr>
            <a:stCxn xmlns:a="http://schemas.openxmlformats.org/drawingml/2006/main" id="6" idx="3"/>
            <a:endCxn xmlns:a="http://schemas.openxmlformats.org/drawingml/2006/main" id="10" idx="1"/>
          </p:cNvCxnSpPr>
          <p:nvPr/>
        </p:nvCxnSpPr>
        <p:spPr>
          <a:xfrm xmlns:a="http://schemas.openxmlformats.org/drawingml/2006/main">
            <a:off x="2286000" y="4143375"/>
            <a:ext cx="428625" cy="1309688"/>
          </a:xfrm>
          <a:prstGeom xmlns:a="http://schemas.openxmlformats.org/drawingml/2006/main" prst="bentConnector3">
            <a:avLst>
              <a:gd name="adj1" fmla="val 50000"/>
            </a:avLst>
          </a:prstGeom>
          <a:ln xmlns:a="http://schemas.openxmlformats.org/drawingml/2006/main" w="20955">
            <a:solidFill>
              <a:srgbClr val="53697A"/>
            </a:solidFill>
            <a:prstDash val="solid"/>
            <a:tailEnd type="triangle" w="med" len="med"/>
          </a:ln>
        </p:spPr>
      </p:cxnSp>
      <p:cxnSp>
        <p:nvCxnSpPr>
          <p:cNvPr id="19" name="">
            <a:extLst xmlns:a="http://schemas.openxmlformats.org/drawingml/2006/main">
              <a:ext uri="{FF2B5EF4-FFF2-40B4-BE49-F238E27FC236}">
                <a16:creationId xmlns:a16="http://schemas.microsoft.com/office/drawing/2014/main" id="{35B47949-AEEE-4E1C-ADCF-F254597046AF}"/>
              </a:ext>
            </a:extLst>
          </p:cNvPr>
          <p:cNvCxnSpPr>
            <a:stCxn xmlns:a="http://schemas.openxmlformats.org/drawingml/2006/main" id="9" idx="3"/>
            <a:endCxn xmlns:a="http://schemas.openxmlformats.org/drawingml/2006/main" id="11" idx="1"/>
          </p:cNvCxnSpPr>
          <p:nvPr/>
        </p:nvCxnSpPr>
        <p:spPr>
          <a:xfrm xmlns:a="http://schemas.openxmlformats.org/drawingml/2006/main" flipV="1">
            <a:off x="4333875" y="4143375"/>
            <a:ext cx="809625" cy="357188"/>
          </a:xfrm>
          <a:prstGeom xmlns:a="http://schemas.openxmlformats.org/drawingml/2006/main" prst="bentConnector3">
            <a:avLst>
              <a:gd name="adj1" fmla="val 50000"/>
            </a:avLst>
          </a:prstGeom>
          <a:ln xmlns:a="http://schemas.openxmlformats.org/drawingml/2006/main" w="20955">
            <a:solidFill>
              <a:srgbClr val="53697A"/>
            </a:solidFill>
            <a:prstDash val="solid"/>
            <a:tailEnd type="triangle" w="med" len="med"/>
          </a:ln>
        </p:spPr>
      </p:cxnSp>
      <p:cxnSp>
        <p:nvCxnSpPr>
          <p:cNvPr id="18" name="">
            <a:extLst xmlns:a="http://schemas.openxmlformats.org/drawingml/2006/main">
              <a:ext uri="{FF2B5EF4-FFF2-40B4-BE49-F238E27FC236}">
                <a16:creationId xmlns:a16="http://schemas.microsoft.com/office/drawing/2014/main" id="{996367BF-B1AD-4364-BD8E-4AF63B70A7E8}"/>
              </a:ext>
            </a:extLst>
          </p:cNvPr>
          <p:cNvCxnSpPr>
            <a:stCxn xmlns:a="http://schemas.openxmlformats.org/drawingml/2006/main" id="6" idx="3"/>
            <a:endCxn xmlns:a="http://schemas.openxmlformats.org/drawingml/2006/main" id="9" idx="1"/>
          </p:cNvCxnSpPr>
          <p:nvPr/>
        </p:nvCxnSpPr>
        <p:spPr>
          <a:xfrm xmlns:a="http://schemas.openxmlformats.org/drawingml/2006/main">
            <a:off x="2286000" y="4143375"/>
            <a:ext cx="428625" cy="357188"/>
          </a:xfrm>
          <a:prstGeom xmlns:a="http://schemas.openxmlformats.org/drawingml/2006/main" prst="bentConnector3">
            <a:avLst>
              <a:gd name="adj1" fmla="val 50000"/>
            </a:avLst>
          </a:prstGeom>
          <a:ln xmlns:a="http://schemas.openxmlformats.org/drawingml/2006/main" w="20955">
            <a:solidFill>
              <a:srgbClr val="53697A"/>
            </a:solidFill>
            <a:prstDash val="solid"/>
            <a:tailEnd type="triangle" w="med" len="med"/>
          </a:ln>
        </p:spPr>
      </p:cxnSp>
      <p:cxnSp>
        <p:nvCxnSpPr>
          <p:cNvPr id="17" name="">
            <a:extLst xmlns:a="http://schemas.openxmlformats.org/drawingml/2006/main">
              <a:ext uri="{FF2B5EF4-FFF2-40B4-BE49-F238E27FC236}">
                <a16:creationId xmlns:a16="http://schemas.microsoft.com/office/drawing/2014/main" id="{8763D5BE-D525-4DF2-9E38-5EECF4A91076}"/>
              </a:ext>
            </a:extLst>
          </p:cNvPr>
          <p:cNvCxnSpPr>
            <a:stCxn xmlns:a="http://schemas.openxmlformats.org/drawingml/2006/main" id="8" idx="3"/>
            <a:endCxn xmlns:a="http://schemas.openxmlformats.org/drawingml/2006/main" id="11" idx="1"/>
          </p:cNvCxnSpPr>
          <p:nvPr/>
        </p:nvCxnSpPr>
        <p:spPr>
          <a:xfrm xmlns:a="http://schemas.openxmlformats.org/drawingml/2006/main">
            <a:off x="4333875" y="3548063"/>
            <a:ext cx="809625" cy="595313"/>
          </a:xfrm>
          <a:prstGeom xmlns:a="http://schemas.openxmlformats.org/drawingml/2006/main" prst="bentConnector3">
            <a:avLst>
              <a:gd name="adj1" fmla="val 50000"/>
            </a:avLst>
          </a:prstGeom>
          <a:ln xmlns:a="http://schemas.openxmlformats.org/drawingml/2006/main" w="20955">
            <a:solidFill>
              <a:srgbClr val="53697A"/>
            </a:solidFill>
            <a:prstDash val="solid"/>
            <a:tailEnd type="triangle" w="med" len="med"/>
          </a:ln>
        </p:spPr>
      </p:cxnSp>
      <p:cxnSp>
        <p:nvCxnSpPr>
          <p:cNvPr id="16" name="">
            <a:extLst xmlns:a="http://schemas.openxmlformats.org/drawingml/2006/main">
              <a:ext uri="{FF2B5EF4-FFF2-40B4-BE49-F238E27FC236}">
                <a16:creationId xmlns:a16="http://schemas.microsoft.com/office/drawing/2014/main" id="{7AA34E95-2C28-43B8-ABDE-6B8F55D1E89D}"/>
              </a:ext>
            </a:extLst>
          </p:cNvPr>
          <p:cNvCxnSpPr>
            <a:stCxn xmlns:a="http://schemas.openxmlformats.org/drawingml/2006/main" id="6" idx="3"/>
            <a:endCxn xmlns:a="http://schemas.openxmlformats.org/drawingml/2006/main" id="8" idx="1"/>
          </p:cNvCxnSpPr>
          <p:nvPr/>
        </p:nvCxnSpPr>
        <p:spPr>
          <a:xfrm xmlns:a="http://schemas.openxmlformats.org/drawingml/2006/main" flipV="1">
            <a:off x="2286000" y="3548063"/>
            <a:ext cx="428625" cy="595313"/>
          </a:xfrm>
          <a:prstGeom xmlns:a="http://schemas.openxmlformats.org/drawingml/2006/main" prst="bentConnector3">
            <a:avLst>
              <a:gd name="adj1" fmla="val 50000"/>
            </a:avLst>
          </a:prstGeom>
          <a:ln xmlns:a="http://schemas.openxmlformats.org/drawingml/2006/main" w="20955">
            <a:solidFill>
              <a:srgbClr val="53697A"/>
            </a:solidFill>
            <a:prstDash val="solid"/>
            <a:tailEnd type="triangle" w="med" len="med"/>
          </a:ln>
        </p:spPr>
      </p:cxnSp>
      <p:cxnSp>
        <p:nvCxnSpPr>
          <p:cNvPr id="15" name="">
            <a:extLst xmlns:a="http://schemas.openxmlformats.org/drawingml/2006/main">
              <a:ext uri="{FF2B5EF4-FFF2-40B4-BE49-F238E27FC236}">
                <a16:creationId xmlns:a16="http://schemas.microsoft.com/office/drawing/2014/main" id="{6C4920A0-FBB7-4091-BA42-0B06F997CC70}"/>
              </a:ext>
            </a:extLst>
          </p:cNvPr>
          <p:cNvCxnSpPr>
            <a:stCxn xmlns:a="http://schemas.openxmlformats.org/drawingml/2006/main" id="7" idx="3"/>
            <a:endCxn xmlns:a="http://schemas.openxmlformats.org/drawingml/2006/main" id="11" idx="1"/>
          </p:cNvCxnSpPr>
          <p:nvPr/>
        </p:nvCxnSpPr>
        <p:spPr>
          <a:xfrm xmlns:a="http://schemas.openxmlformats.org/drawingml/2006/main">
            <a:off x="4333875" y="2595563"/>
            <a:ext cx="809625" cy="1547813"/>
          </a:xfrm>
          <a:prstGeom xmlns:a="http://schemas.openxmlformats.org/drawingml/2006/main" prst="bentConnector3">
            <a:avLst>
              <a:gd name="adj1" fmla="val 50000"/>
            </a:avLst>
          </a:prstGeom>
          <a:ln xmlns:a="http://schemas.openxmlformats.org/drawingml/2006/main" w="20955">
            <a:solidFill>
              <a:srgbClr val="53697A"/>
            </a:solidFill>
            <a:prstDash val="solid"/>
            <a:tailEnd type="triangle" w="med" len="med"/>
          </a:ln>
        </p:spPr>
      </p:cxnSp>
      <p:cxnSp>
        <p:nvCxnSpPr>
          <p:cNvPr id="14" name="">
            <a:extLst xmlns:a="http://schemas.openxmlformats.org/drawingml/2006/main">
              <a:ext uri="{FF2B5EF4-FFF2-40B4-BE49-F238E27FC236}">
                <a16:creationId xmlns:a16="http://schemas.microsoft.com/office/drawing/2014/main" id="{CFFA01F4-76EA-44E0-83A7-1093B6904B6C}"/>
              </a:ext>
            </a:extLst>
          </p:cNvPr>
          <p:cNvCxnSpPr>
            <a:stCxn xmlns:a="http://schemas.openxmlformats.org/drawingml/2006/main" id="6" idx="3"/>
            <a:endCxn xmlns:a="http://schemas.openxmlformats.org/drawingml/2006/main" id="7" idx="1"/>
          </p:cNvCxnSpPr>
          <p:nvPr/>
        </p:nvCxnSpPr>
        <p:spPr>
          <a:xfrm xmlns:a="http://schemas.openxmlformats.org/drawingml/2006/main" flipV="1">
            <a:off x="2286000" y="2595563"/>
            <a:ext cx="428625" cy="1547813"/>
          </a:xfrm>
          <a:prstGeom xmlns:a="http://schemas.openxmlformats.org/drawingml/2006/main" prst="bentConnector3">
            <a:avLst>
              <a:gd name="adj1" fmla="val 50000"/>
            </a:avLst>
          </a:prstGeom>
          <a:ln xmlns:a="http://schemas.openxmlformats.org/drawingml/2006/main" w="20955">
            <a:solidFill>
              <a:srgbClr val="53697A"/>
            </a:solidFill>
            <a:prstDash val="solid"/>
            <a:tailEnd type="triangle" w="med" len="med"/>
          </a:ln>
        </p:spPr>
      </p:cxnSp>
      <p:sp>
        <p:nvSpPr>
          <p:cNvPr id="30" name="Seven specialists in the tested planning path">
            <a:extLst xmlns:a="http://schemas.openxmlformats.org/drawingml/2006/main">
              <a:ext uri="{FF2B5EF4-FFF2-40B4-BE49-F238E27FC236}">
                <a16:creationId xmlns:a16="http://schemas.microsoft.com/office/drawing/2014/main" id="{26C5D964-E915-4D5D-B6F6-2ECDBF2942B8}"/>
              </a:ext>
            </a:extLst>
          </p:cNvPr>
          <p:cNvSpPr>
            <a:spLocks xmlns:a="http://schemas.openxmlformats.org/drawingml/2006/main" noGrp="1"/>
          </p:cNvSpPr>
          <p:nvPr/>
        </p:nvSpPr>
        <p:spPr>
          <a:xfrm xmlns:a="http://schemas.openxmlformats.org/drawingml/2006/main">
            <a:off x="666750" y="571500"/>
            <a:ext cx="139065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750" b="1">
                <a:solidFill>
                  <a:srgbClr val="102D45"/>
                </a:solidFill>
                <a:latin typeface="Arial"/>
                <a:ea typeface="Arial"/>
                <a:cs typeface="Arial"/>
              </a:defRPr>
            </a:defPPr>
            <a:lvl1pPr algn="l">
              <a:defRPr sz="3750" b="1">
                <a:solidFill>
                  <a:srgbClr val="102D45"/>
                </a:solidFill>
                <a:latin typeface="Arial"/>
                <a:ea typeface="Arial"/>
                <a:cs typeface="Arial"/>
              </a:defRPr>
            </a:lvl1pPr>
            <a:lvl2pPr algn="l">
              <a:defRPr sz="3750" b="1">
                <a:solidFill>
                  <a:srgbClr val="102D45"/>
                </a:solidFill>
                <a:latin typeface="Arial"/>
                <a:ea typeface="Arial"/>
                <a:cs typeface="Arial"/>
              </a:defRPr>
            </a:lvl2pPr>
            <a:lvl3pPr algn="l">
              <a:defRPr sz="3750" b="1">
                <a:solidFill>
                  <a:srgbClr val="102D45"/>
                </a:solidFill>
                <a:latin typeface="Arial"/>
                <a:ea typeface="Arial"/>
                <a:cs typeface="Arial"/>
              </a:defRPr>
            </a:lvl3pPr>
            <a:lvl4pPr algn="l">
              <a:defRPr sz="3750" b="1">
                <a:solidFill>
                  <a:srgbClr val="102D45"/>
                </a:solidFill>
                <a:latin typeface="Arial"/>
                <a:ea typeface="Arial"/>
                <a:cs typeface="Arial"/>
              </a:defRPr>
            </a:lvl4pPr>
            <a:lvl5pPr algn="l">
              <a:defRPr sz="3750" b="1">
                <a:solidFill>
                  <a:srgbClr val="102D45"/>
                </a:solidFill>
                <a:latin typeface="Arial"/>
                <a:ea typeface="Arial"/>
                <a:cs typeface="Arial"/>
              </a:defRPr>
            </a:lvl5pPr>
            <a:lvl6pPr algn="l">
              <a:defRPr sz="3750" b="1">
                <a:solidFill>
                  <a:srgbClr val="102D45"/>
                </a:solidFill>
                <a:latin typeface="Arial"/>
                <a:ea typeface="Arial"/>
                <a:cs typeface="Arial"/>
              </a:defRPr>
            </a:lvl6pPr>
            <a:lvl7pPr algn="l">
              <a:defRPr sz="3750" b="1">
                <a:solidFill>
                  <a:srgbClr val="102D45"/>
                </a:solidFill>
                <a:latin typeface="Arial"/>
                <a:ea typeface="Arial"/>
                <a:cs typeface="Arial"/>
              </a:defRPr>
            </a:lvl7pPr>
            <a:lvl8pPr algn="l">
              <a:defRPr sz="3750" b="1">
                <a:solidFill>
                  <a:srgbClr val="102D45"/>
                </a:solidFill>
                <a:latin typeface="Arial"/>
                <a:ea typeface="Arial"/>
                <a:cs typeface="Arial"/>
              </a:defRPr>
            </a:lvl8pPr>
            <a:lvl9pPr algn="l">
              <a:defRPr sz="3750" b="1">
                <a:solidFill>
                  <a:srgbClr val="102D45"/>
                </a:solidFill>
                <a:latin typeface="Arial"/>
                <a:ea typeface="Arial"/>
                <a:cs typeface="Arial"/>
              </a:defRPr>
            </a:lvl9pPr>
          </a:lstStyle>
          <a:p xmlns:a="http://schemas.openxmlformats.org/drawingml/2006/main">
            <a:pPr algn="l">
              <a:defRPr sz="3750" b="1">
                <a:solidFill>
                  <a:srgbClr val="102D45"/>
                </a:solidFill>
                <a:latin typeface="Arial"/>
                <a:ea typeface="Arial"/>
                <a:cs typeface="Arial"/>
              </a:defRPr>
            </a:pPr>
            <a:r>
              <a:rPr sz="3750" b="1">
                <a:solidFill>
                  <a:srgbClr val="102D45"/>
                </a:solidFill>
                <a:latin typeface="Arial"/>
                <a:ea typeface="Arial"/>
                <a:cs typeface="Arial"/>
              </a:rPr>
              <a:t>Seven specialists in the tested planning path</a:t>
            </a:r>
          </a:p>
        </p:txBody>
      </p:sp>
      <p:sp>
        <p:nvSpPr>
          <p:cNvPr id="2" name="">
            <a:extLst xmlns:a="http://schemas.openxmlformats.org/drawingml/2006/main">
              <a:ext uri="{FF2B5EF4-FFF2-40B4-BE49-F238E27FC236}">
                <a16:creationId xmlns:a16="http://schemas.microsoft.com/office/drawing/2014/main" id="{D341C0B5-1BEE-4152-A461-F29EC888F5BE}"/>
              </a:ext>
            </a:extLst>
          </p:cNvPr>
          <p:cNvSpPr>
            <a:spLocks xmlns:a="http://schemas.openxmlformats.org/drawingml/2006/main" noGrp="1"/>
          </p:cNvSpPr>
          <p:nvPr/>
        </p:nvSpPr>
        <p:spPr>
          <a:xfrm xmlns:a="http://schemas.openxmlformats.org/drawingml/2006/main">
            <a:off x="666750" y="7905750"/>
            <a:ext cx="13906500" cy="0"/>
          </a:xfrm>
          <a:prstGeom xmlns:a="http://schemas.openxmlformats.org/drawingml/2006/main" prst="line">
            <a:avLst/>
          </a:prstGeom>
          <a:ln xmlns:a="http://schemas.openxmlformats.org/drawingml/2006/main" w="13335">
            <a:solidFill>
              <a:srgbClr val="C9D3DA"/>
            </a:solidFill>
          </a:ln>
        </p:spPr>
      </p:sp>
      <p:sp>
        <p:nvSpPr>
          <p:cNvPr id="3" name="UNSTOPPABLE 4s">
            <a:extLst xmlns:a="http://schemas.openxmlformats.org/drawingml/2006/main">
              <a:ext uri="{FF2B5EF4-FFF2-40B4-BE49-F238E27FC236}">
                <a16:creationId xmlns:a16="http://schemas.microsoft.com/office/drawing/2014/main" id="{2D7A08C5-67E8-4A4B-B955-33FE6846A649}"/>
              </a:ext>
            </a:extLst>
          </p:cNvPr>
          <p:cNvSpPr>
            <a:spLocks xmlns:a="http://schemas.openxmlformats.org/drawingml/2006/main" noGrp="1"/>
          </p:cNvSpPr>
          <p:nvPr/>
        </p:nvSpPr>
        <p:spPr>
          <a:xfrm xmlns:a="http://schemas.openxmlformats.org/drawingml/2006/main">
            <a:off x="666750" y="8096250"/>
            <a:ext cx="5334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1">
                <a:solidFill>
                  <a:srgbClr val="53697A"/>
                </a:solidFill>
                <a:latin typeface="Arial"/>
                <a:ea typeface="Arial"/>
                <a:cs typeface="Arial"/>
              </a:defRPr>
            </a:defPPr>
            <a:lvl1pPr algn="l">
              <a:defRPr sz="1275" b="1">
                <a:solidFill>
                  <a:srgbClr val="53697A"/>
                </a:solidFill>
                <a:latin typeface="Arial"/>
                <a:ea typeface="Arial"/>
                <a:cs typeface="Arial"/>
              </a:defRPr>
            </a:lvl1pPr>
            <a:lvl2pPr algn="l">
              <a:defRPr sz="1275" b="1">
                <a:solidFill>
                  <a:srgbClr val="53697A"/>
                </a:solidFill>
                <a:latin typeface="Arial"/>
                <a:ea typeface="Arial"/>
                <a:cs typeface="Arial"/>
              </a:defRPr>
            </a:lvl2pPr>
            <a:lvl3pPr algn="l">
              <a:defRPr sz="1275" b="1">
                <a:solidFill>
                  <a:srgbClr val="53697A"/>
                </a:solidFill>
                <a:latin typeface="Arial"/>
                <a:ea typeface="Arial"/>
                <a:cs typeface="Arial"/>
              </a:defRPr>
            </a:lvl3pPr>
            <a:lvl4pPr algn="l">
              <a:defRPr sz="1275" b="1">
                <a:solidFill>
                  <a:srgbClr val="53697A"/>
                </a:solidFill>
                <a:latin typeface="Arial"/>
                <a:ea typeface="Arial"/>
                <a:cs typeface="Arial"/>
              </a:defRPr>
            </a:lvl4pPr>
            <a:lvl5pPr algn="l">
              <a:defRPr sz="1275" b="1">
                <a:solidFill>
                  <a:srgbClr val="53697A"/>
                </a:solidFill>
                <a:latin typeface="Arial"/>
                <a:ea typeface="Arial"/>
                <a:cs typeface="Arial"/>
              </a:defRPr>
            </a:lvl5pPr>
            <a:lvl6pPr algn="l">
              <a:defRPr sz="1275" b="1">
                <a:solidFill>
                  <a:srgbClr val="53697A"/>
                </a:solidFill>
                <a:latin typeface="Arial"/>
                <a:ea typeface="Arial"/>
                <a:cs typeface="Arial"/>
              </a:defRPr>
            </a:lvl6pPr>
            <a:lvl7pPr algn="l">
              <a:defRPr sz="1275" b="1">
                <a:solidFill>
                  <a:srgbClr val="53697A"/>
                </a:solidFill>
                <a:latin typeface="Arial"/>
                <a:ea typeface="Arial"/>
                <a:cs typeface="Arial"/>
              </a:defRPr>
            </a:lvl7pPr>
            <a:lvl8pPr algn="l">
              <a:defRPr sz="1275" b="1">
                <a:solidFill>
                  <a:srgbClr val="53697A"/>
                </a:solidFill>
                <a:latin typeface="Arial"/>
                <a:ea typeface="Arial"/>
                <a:cs typeface="Arial"/>
              </a:defRPr>
            </a:lvl8pPr>
            <a:lvl9pPr algn="l">
              <a:defRPr sz="1275" b="1">
                <a:solidFill>
                  <a:srgbClr val="53697A"/>
                </a:solidFill>
                <a:latin typeface="Arial"/>
                <a:ea typeface="Arial"/>
                <a:cs typeface="Arial"/>
              </a:defRPr>
            </a:lvl9pPr>
          </a:lstStyle>
          <a:p xmlns:a="http://schemas.openxmlformats.org/drawingml/2006/main">
            <a:pPr algn="l">
              <a:defRPr sz="1275" b="1">
                <a:solidFill>
                  <a:srgbClr val="53697A"/>
                </a:solidFill>
                <a:latin typeface="Arial"/>
                <a:ea typeface="Arial"/>
                <a:cs typeface="Arial"/>
              </a:defRPr>
            </a:pPr>
            <a:r>
              <a:rPr sz="1275" b="1">
                <a:solidFill>
                  <a:srgbClr val="53697A"/>
                </a:solidFill>
                <a:latin typeface="Arial"/>
                <a:ea typeface="Arial"/>
                <a:cs typeface="Arial"/>
              </a:rPr>
              <a:t>UNSTOPPABLE 4s</a:t>
            </a:r>
          </a:p>
        </p:txBody>
      </p:sp>
      <p:sp>
        <p:nvSpPr>
          <p:cNvPr id="4" name="04 / 08">
            <a:extLst xmlns:a="http://schemas.openxmlformats.org/drawingml/2006/main">
              <a:ext uri="{FF2B5EF4-FFF2-40B4-BE49-F238E27FC236}">
                <a16:creationId xmlns:a16="http://schemas.microsoft.com/office/drawing/2014/main" id="{EE66F154-C6F3-43C4-A3C7-083EAB55397B}"/>
              </a:ext>
            </a:extLst>
          </p:cNvPr>
          <p:cNvSpPr>
            <a:spLocks xmlns:a="http://schemas.openxmlformats.org/drawingml/2006/main" noGrp="1"/>
          </p:cNvSpPr>
          <p:nvPr/>
        </p:nvSpPr>
        <p:spPr>
          <a:xfrm xmlns:a="http://schemas.openxmlformats.org/drawingml/2006/main">
            <a:off x="13430250" y="8096250"/>
            <a:ext cx="1143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3697A"/>
                </a:solidFill>
                <a:latin typeface="Arial"/>
                <a:ea typeface="Arial"/>
                <a:cs typeface="Arial"/>
              </a:defRPr>
            </a:defPPr>
            <a:lvl1pPr algn="r">
              <a:defRPr sz="1275" b="0">
                <a:solidFill>
                  <a:srgbClr val="53697A"/>
                </a:solidFill>
                <a:latin typeface="Arial"/>
                <a:ea typeface="Arial"/>
                <a:cs typeface="Arial"/>
              </a:defRPr>
            </a:lvl1pPr>
            <a:lvl2pPr algn="r">
              <a:defRPr sz="1275" b="0">
                <a:solidFill>
                  <a:srgbClr val="53697A"/>
                </a:solidFill>
                <a:latin typeface="Arial"/>
                <a:ea typeface="Arial"/>
                <a:cs typeface="Arial"/>
              </a:defRPr>
            </a:lvl2pPr>
            <a:lvl3pPr algn="r">
              <a:defRPr sz="1275" b="0">
                <a:solidFill>
                  <a:srgbClr val="53697A"/>
                </a:solidFill>
                <a:latin typeface="Arial"/>
                <a:ea typeface="Arial"/>
                <a:cs typeface="Arial"/>
              </a:defRPr>
            </a:lvl3pPr>
            <a:lvl4pPr algn="r">
              <a:defRPr sz="1275" b="0">
                <a:solidFill>
                  <a:srgbClr val="53697A"/>
                </a:solidFill>
                <a:latin typeface="Arial"/>
                <a:ea typeface="Arial"/>
                <a:cs typeface="Arial"/>
              </a:defRPr>
            </a:lvl4pPr>
            <a:lvl5pPr algn="r">
              <a:defRPr sz="1275" b="0">
                <a:solidFill>
                  <a:srgbClr val="53697A"/>
                </a:solidFill>
                <a:latin typeface="Arial"/>
                <a:ea typeface="Arial"/>
                <a:cs typeface="Arial"/>
              </a:defRPr>
            </a:lvl5pPr>
            <a:lvl6pPr algn="r">
              <a:defRPr sz="1275" b="0">
                <a:solidFill>
                  <a:srgbClr val="53697A"/>
                </a:solidFill>
                <a:latin typeface="Arial"/>
                <a:ea typeface="Arial"/>
                <a:cs typeface="Arial"/>
              </a:defRPr>
            </a:lvl6pPr>
            <a:lvl7pPr algn="r">
              <a:defRPr sz="1275" b="0">
                <a:solidFill>
                  <a:srgbClr val="53697A"/>
                </a:solidFill>
                <a:latin typeface="Arial"/>
                <a:ea typeface="Arial"/>
                <a:cs typeface="Arial"/>
              </a:defRPr>
            </a:lvl7pPr>
            <a:lvl8pPr algn="r">
              <a:defRPr sz="1275" b="0">
                <a:solidFill>
                  <a:srgbClr val="53697A"/>
                </a:solidFill>
                <a:latin typeface="Arial"/>
                <a:ea typeface="Arial"/>
                <a:cs typeface="Arial"/>
              </a:defRPr>
            </a:lvl8pPr>
            <a:lvl9pPr algn="r">
              <a:defRPr sz="1275" b="0">
                <a:solidFill>
                  <a:srgbClr val="53697A"/>
                </a:solidFill>
                <a:latin typeface="Arial"/>
                <a:ea typeface="Arial"/>
                <a:cs typeface="Arial"/>
              </a:defRPr>
            </a:lvl9pPr>
          </a:lstStyle>
          <a:p xmlns:a="http://schemas.openxmlformats.org/drawingml/2006/main">
            <a:pPr algn="r">
              <a:defRPr sz="1275" b="0">
                <a:solidFill>
                  <a:srgbClr val="53697A"/>
                </a:solidFill>
                <a:latin typeface="Arial"/>
                <a:ea typeface="Arial"/>
                <a:cs typeface="Arial"/>
              </a:defRPr>
            </a:pPr>
            <a:r>
              <a:rPr sz="1275" b="0">
                <a:solidFill>
                  <a:srgbClr val="53697A"/>
                </a:solidFill>
                <a:latin typeface="Arial"/>
                <a:ea typeface="Arial"/>
                <a:cs typeface="Arial"/>
              </a:rPr>
              <a:t>04 / 08</a:t>
            </a:r>
          </a:p>
        </p:txBody>
      </p:sp>
      <p:sp>
        <p:nvSpPr>
          <p:cNvPr id="5" name="LangGraph routes independent research in parallel">
            <a:extLst xmlns:a="http://schemas.openxmlformats.org/drawingml/2006/main">
              <a:ext uri="{FF2B5EF4-FFF2-40B4-BE49-F238E27FC236}">
                <a16:creationId xmlns:a16="http://schemas.microsoft.com/office/drawing/2014/main" id="{1B452106-5E99-493A-9B63-5933ED32FC5B}"/>
              </a:ext>
            </a:extLst>
          </p:cNvPr>
          <p:cNvSpPr>
            <a:spLocks xmlns:a="http://schemas.openxmlformats.org/drawingml/2006/main" noGrp="1"/>
          </p:cNvSpPr>
          <p:nvPr/>
        </p:nvSpPr>
        <p:spPr>
          <a:xfrm xmlns:a="http://schemas.openxmlformats.org/drawingml/2006/main">
            <a:off x="666750" y="1562100"/>
            <a:ext cx="13811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EF7930"/>
                </a:solidFill>
                <a:latin typeface="Arial"/>
                <a:ea typeface="Arial"/>
                <a:cs typeface="Arial"/>
              </a:defRPr>
            </a:defPPr>
            <a:lvl1pPr algn="l">
              <a:defRPr sz="2250" b="1">
                <a:solidFill>
                  <a:srgbClr val="EF7930"/>
                </a:solidFill>
                <a:latin typeface="Arial"/>
                <a:ea typeface="Arial"/>
                <a:cs typeface="Arial"/>
              </a:defRPr>
            </a:lvl1pPr>
            <a:lvl2pPr algn="l">
              <a:defRPr sz="2250" b="1">
                <a:solidFill>
                  <a:srgbClr val="EF7930"/>
                </a:solidFill>
                <a:latin typeface="Arial"/>
                <a:ea typeface="Arial"/>
                <a:cs typeface="Arial"/>
              </a:defRPr>
            </a:lvl2pPr>
            <a:lvl3pPr algn="l">
              <a:defRPr sz="2250" b="1">
                <a:solidFill>
                  <a:srgbClr val="EF7930"/>
                </a:solidFill>
                <a:latin typeface="Arial"/>
                <a:ea typeface="Arial"/>
                <a:cs typeface="Arial"/>
              </a:defRPr>
            </a:lvl3pPr>
            <a:lvl4pPr algn="l">
              <a:defRPr sz="2250" b="1">
                <a:solidFill>
                  <a:srgbClr val="EF7930"/>
                </a:solidFill>
                <a:latin typeface="Arial"/>
                <a:ea typeface="Arial"/>
                <a:cs typeface="Arial"/>
              </a:defRPr>
            </a:lvl4pPr>
            <a:lvl5pPr algn="l">
              <a:defRPr sz="2250" b="1">
                <a:solidFill>
                  <a:srgbClr val="EF7930"/>
                </a:solidFill>
                <a:latin typeface="Arial"/>
                <a:ea typeface="Arial"/>
                <a:cs typeface="Arial"/>
              </a:defRPr>
            </a:lvl5pPr>
            <a:lvl6pPr algn="l">
              <a:defRPr sz="2250" b="1">
                <a:solidFill>
                  <a:srgbClr val="EF7930"/>
                </a:solidFill>
                <a:latin typeface="Arial"/>
                <a:ea typeface="Arial"/>
                <a:cs typeface="Arial"/>
              </a:defRPr>
            </a:lvl6pPr>
            <a:lvl7pPr algn="l">
              <a:defRPr sz="2250" b="1">
                <a:solidFill>
                  <a:srgbClr val="EF7930"/>
                </a:solidFill>
                <a:latin typeface="Arial"/>
                <a:ea typeface="Arial"/>
                <a:cs typeface="Arial"/>
              </a:defRPr>
            </a:lvl7pPr>
            <a:lvl8pPr algn="l">
              <a:defRPr sz="2250" b="1">
                <a:solidFill>
                  <a:srgbClr val="EF7930"/>
                </a:solidFill>
                <a:latin typeface="Arial"/>
                <a:ea typeface="Arial"/>
                <a:cs typeface="Arial"/>
              </a:defRPr>
            </a:lvl8pPr>
            <a:lvl9pPr algn="l">
              <a:defRPr sz="2250" b="1">
                <a:solidFill>
                  <a:srgbClr val="EF7930"/>
                </a:solidFill>
                <a:latin typeface="Arial"/>
                <a:ea typeface="Arial"/>
                <a:cs typeface="Arial"/>
              </a:defRPr>
            </a:lvl9pPr>
          </a:lstStyle>
          <a:p xmlns:a="http://schemas.openxmlformats.org/drawingml/2006/main">
            <a:pPr algn="l">
              <a:defRPr sz="2250" b="1">
                <a:solidFill>
                  <a:srgbClr val="EF7930"/>
                </a:solidFill>
                <a:latin typeface="Arial"/>
                <a:ea typeface="Arial"/>
                <a:cs typeface="Arial"/>
              </a:defRPr>
            </a:pPr>
            <a:r>
              <a:rPr sz="2250" b="1">
                <a:solidFill>
                  <a:srgbClr val="EF7930"/>
                </a:solidFill>
                <a:latin typeface="Arial"/>
                <a:ea typeface="Arial"/>
                <a:cs typeface="Arial"/>
              </a:rPr>
              <a:t>LangGraph routes independent research in parallel</a:t>
            </a:r>
          </a:p>
        </p:txBody>
      </p:sp>
      <p:sp>
        <p:nvSpPr>
          <p:cNvPr id="6" name="Trip&#10;consultant">
            <a:extLst xmlns:a="http://schemas.openxmlformats.org/drawingml/2006/main">
              <a:ext uri="{FF2B5EF4-FFF2-40B4-BE49-F238E27FC236}">
                <a16:creationId xmlns:a16="http://schemas.microsoft.com/office/drawing/2014/main" id="{F73832C3-887E-4E7A-AEF4-D1D0D4BC2427}"/>
              </a:ext>
            </a:extLst>
          </p:cNvPr>
          <p:cNvSpPr>
            <a:spLocks xmlns:a="http://schemas.openxmlformats.org/drawingml/2006/main" noGrp="1"/>
          </p:cNvSpPr>
          <p:nvPr/>
        </p:nvSpPr>
        <p:spPr>
          <a:xfrm xmlns:a="http://schemas.openxmlformats.org/drawingml/2006/main">
            <a:off x="666750" y="3667125"/>
            <a:ext cx="1619250" cy="952500"/>
          </a:xfrm>
          <a:prstGeom xmlns:a="http://schemas.openxmlformats.org/drawingml/2006/main" prst="rect">
            <a:avLst/>
          </a:prstGeom>
          <a:solidFill xmlns:a="http://schemas.openxmlformats.org/drawingml/2006/main">
            <a:srgbClr val="FFF0E2"/>
          </a:solidFill>
          <a:ln xmlns:a="http://schemas.openxmlformats.org/drawingml/2006/main" w="14288">
            <a:solidFill>
              <a:srgbClr val="EF7930"/>
            </a:solidFill>
          </a:ln>
        </p:spPr>
        <p:txBody>
          <a:bodyPr xmlns:a="http://schemas.openxmlformats.org/drawingml/2006/main" wrap="square" lIns="114300" tIns="114300" rIns="114300" bIns="114300" anchor="ctr">
            <a:noAutofit/>
          </a:bodyPr>
          <a:lstStyle xmlns:a="http://schemas.openxmlformats.org/drawingml/2006/main">
            <a:defPPr algn="ctr">
              <a:defRPr sz="1875" b="1">
                <a:solidFill>
                  <a:srgbClr val="15324B"/>
                </a:solidFill>
                <a:latin typeface="Arial"/>
                <a:ea typeface="Arial"/>
                <a:cs typeface="Arial"/>
              </a:defRPr>
            </a:defPPr>
            <a:lvl1pPr algn="ctr">
              <a:defRPr sz="1875" b="1">
                <a:solidFill>
                  <a:srgbClr val="15324B"/>
                </a:solidFill>
                <a:latin typeface="Arial"/>
                <a:ea typeface="Arial"/>
                <a:cs typeface="Arial"/>
              </a:defRPr>
            </a:lvl1pPr>
            <a:lvl2pPr algn="ctr">
              <a:defRPr sz="1875" b="1">
                <a:solidFill>
                  <a:srgbClr val="15324B"/>
                </a:solidFill>
                <a:latin typeface="Arial"/>
                <a:ea typeface="Arial"/>
                <a:cs typeface="Arial"/>
              </a:defRPr>
            </a:lvl2pPr>
            <a:lvl3pPr algn="ctr">
              <a:defRPr sz="1875" b="1">
                <a:solidFill>
                  <a:srgbClr val="15324B"/>
                </a:solidFill>
                <a:latin typeface="Arial"/>
                <a:ea typeface="Arial"/>
                <a:cs typeface="Arial"/>
              </a:defRPr>
            </a:lvl3pPr>
            <a:lvl4pPr algn="ctr">
              <a:defRPr sz="1875" b="1">
                <a:solidFill>
                  <a:srgbClr val="15324B"/>
                </a:solidFill>
                <a:latin typeface="Arial"/>
                <a:ea typeface="Arial"/>
                <a:cs typeface="Arial"/>
              </a:defRPr>
            </a:lvl4pPr>
            <a:lvl5pPr algn="ctr">
              <a:defRPr sz="1875" b="1">
                <a:solidFill>
                  <a:srgbClr val="15324B"/>
                </a:solidFill>
                <a:latin typeface="Arial"/>
                <a:ea typeface="Arial"/>
                <a:cs typeface="Arial"/>
              </a:defRPr>
            </a:lvl5pPr>
            <a:lvl6pPr algn="ctr">
              <a:defRPr sz="1875" b="1">
                <a:solidFill>
                  <a:srgbClr val="15324B"/>
                </a:solidFill>
                <a:latin typeface="Arial"/>
                <a:ea typeface="Arial"/>
                <a:cs typeface="Arial"/>
              </a:defRPr>
            </a:lvl6pPr>
            <a:lvl7pPr algn="ctr">
              <a:defRPr sz="1875" b="1">
                <a:solidFill>
                  <a:srgbClr val="15324B"/>
                </a:solidFill>
                <a:latin typeface="Arial"/>
                <a:ea typeface="Arial"/>
                <a:cs typeface="Arial"/>
              </a:defRPr>
            </a:lvl7pPr>
            <a:lvl8pPr algn="ctr">
              <a:defRPr sz="1875" b="1">
                <a:solidFill>
                  <a:srgbClr val="15324B"/>
                </a:solidFill>
                <a:latin typeface="Arial"/>
                <a:ea typeface="Arial"/>
                <a:cs typeface="Arial"/>
              </a:defRPr>
            </a:lvl8pPr>
            <a:lvl9pPr algn="ctr">
              <a:defRPr sz="1875" b="1">
                <a:solidFill>
                  <a:srgbClr val="15324B"/>
                </a:solidFill>
                <a:latin typeface="Arial"/>
                <a:ea typeface="Arial"/>
                <a:cs typeface="Arial"/>
              </a:defRPr>
            </a:lvl9pPr>
          </a:lstStyle>
          <a:p xmlns:a="http://schemas.openxmlformats.org/drawingml/2006/main">
            <a:pPr algn="ctr">
              <a:defRPr sz="1875" b="1">
                <a:solidFill>
                  <a:srgbClr val="15324B"/>
                </a:solidFill>
                <a:latin typeface="Arial"/>
                <a:ea typeface="Arial"/>
                <a:cs typeface="Arial"/>
              </a:defRPr>
            </a:pPr>
            <a:r>
              <a:rPr sz="1875" b="1">
                <a:solidFill>
                  <a:srgbClr val="15324B"/>
                </a:solidFill>
                <a:latin typeface="Arial"/>
                <a:ea typeface="Arial"/>
                <a:cs typeface="Arial"/>
              </a:rPr>
              <a:t>Trip</a:t>
            </a:r>
          </a:p>
          <a:p xmlns:a="http://schemas.openxmlformats.org/drawingml/2006/main">
            <a:pPr algn="ctr">
              <a:defRPr sz="1875" b="1">
                <a:solidFill>
                  <a:srgbClr val="15324B"/>
                </a:solidFill>
                <a:latin typeface="Arial"/>
                <a:ea typeface="Arial"/>
                <a:cs typeface="Arial"/>
              </a:defRPr>
            </a:pPr>
            <a:r>
              <a:rPr sz="1875" b="1">
                <a:solidFill>
                  <a:srgbClr val="15324B"/>
                </a:solidFill>
                <a:latin typeface="Arial"/>
                <a:ea typeface="Arial"/>
                <a:cs typeface="Arial"/>
              </a:rPr>
              <a:t>consultant</a:t>
            </a:r>
          </a:p>
        </p:txBody>
      </p:sp>
      <p:sp>
        <p:nvSpPr>
          <p:cNvPr id="7" name="Explore">
            <a:extLst xmlns:a="http://schemas.openxmlformats.org/drawingml/2006/main">
              <a:ext uri="{FF2B5EF4-FFF2-40B4-BE49-F238E27FC236}">
                <a16:creationId xmlns:a16="http://schemas.microsoft.com/office/drawing/2014/main" id="{240E1C73-6627-427D-B354-5D73FC5B07AA}"/>
              </a:ext>
            </a:extLst>
          </p:cNvPr>
          <p:cNvSpPr>
            <a:spLocks xmlns:a="http://schemas.openxmlformats.org/drawingml/2006/main" noGrp="1"/>
          </p:cNvSpPr>
          <p:nvPr/>
        </p:nvSpPr>
        <p:spPr>
          <a:xfrm xmlns:a="http://schemas.openxmlformats.org/drawingml/2006/main">
            <a:off x="2714625" y="2238375"/>
            <a:ext cx="1619250" cy="714375"/>
          </a:xfrm>
          <a:prstGeom xmlns:a="http://schemas.openxmlformats.org/drawingml/2006/main" prst="rect">
            <a:avLst/>
          </a:prstGeom>
          <a:solidFill xmlns:a="http://schemas.openxmlformats.org/drawingml/2006/main">
            <a:srgbClr val="EAF3F2"/>
          </a:solidFill>
          <a:ln xmlns:a="http://schemas.openxmlformats.org/drawingml/2006/main" w="14288">
            <a:solidFill>
              <a:srgbClr val="147F7C"/>
            </a:solidFill>
          </a:ln>
        </p:spPr>
        <p:txBody>
          <a:bodyPr xmlns:a="http://schemas.openxmlformats.org/drawingml/2006/main" wrap="square" lIns="114300" tIns="114300" rIns="114300" bIns="114300" anchor="ctr">
            <a:noAutofit/>
          </a:bodyPr>
          <a:lstStyle xmlns:a="http://schemas.openxmlformats.org/drawingml/2006/main">
            <a:defPPr algn="ctr">
              <a:defRPr sz="1800" b="1">
                <a:solidFill>
                  <a:srgbClr val="15324B"/>
                </a:solidFill>
                <a:latin typeface="Arial"/>
                <a:ea typeface="Arial"/>
                <a:cs typeface="Arial"/>
              </a:defRPr>
            </a:defPPr>
            <a:lvl1pPr algn="ctr">
              <a:defRPr sz="1800" b="1">
                <a:solidFill>
                  <a:srgbClr val="15324B"/>
                </a:solidFill>
                <a:latin typeface="Arial"/>
                <a:ea typeface="Arial"/>
                <a:cs typeface="Arial"/>
              </a:defRPr>
            </a:lvl1pPr>
            <a:lvl2pPr algn="ctr">
              <a:defRPr sz="1800" b="1">
                <a:solidFill>
                  <a:srgbClr val="15324B"/>
                </a:solidFill>
                <a:latin typeface="Arial"/>
                <a:ea typeface="Arial"/>
                <a:cs typeface="Arial"/>
              </a:defRPr>
            </a:lvl2pPr>
            <a:lvl3pPr algn="ctr">
              <a:defRPr sz="1800" b="1">
                <a:solidFill>
                  <a:srgbClr val="15324B"/>
                </a:solidFill>
                <a:latin typeface="Arial"/>
                <a:ea typeface="Arial"/>
                <a:cs typeface="Arial"/>
              </a:defRPr>
            </a:lvl3pPr>
            <a:lvl4pPr algn="ctr">
              <a:defRPr sz="1800" b="1">
                <a:solidFill>
                  <a:srgbClr val="15324B"/>
                </a:solidFill>
                <a:latin typeface="Arial"/>
                <a:ea typeface="Arial"/>
                <a:cs typeface="Arial"/>
              </a:defRPr>
            </a:lvl4pPr>
            <a:lvl5pPr algn="ctr">
              <a:defRPr sz="1800" b="1">
                <a:solidFill>
                  <a:srgbClr val="15324B"/>
                </a:solidFill>
                <a:latin typeface="Arial"/>
                <a:ea typeface="Arial"/>
                <a:cs typeface="Arial"/>
              </a:defRPr>
            </a:lvl5pPr>
            <a:lvl6pPr algn="ctr">
              <a:defRPr sz="1800" b="1">
                <a:solidFill>
                  <a:srgbClr val="15324B"/>
                </a:solidFill>
                <a:latin typeface="Arial"/>
                <a:ea typeface="Arial"/>
                <a:cs typeface="Arial"/>
              </a:defRPr>
            </a:lvl6pPr>
            <a:lvl7pPr algn="ctr">
              <a:defRPr sz="1800" b="1">
                <a:solidFill>
                  <a:srgbClr val="15324B"/>
                </a:solidFill>
                <a:latin typeface="Arial"/>
                <a:ea typeface="Arial"/>
                <a:cs typeface="Arial"/>
              </a:defRPr>
            </a:lvl7pPr>
            <a:lvl8pPr algn="ctr">
              <a:defRPr sz="1800" b="1">
                <a:solidFill>
                  <a:srgbClr val="15324B"/>
                </a:solidFill>
                <a:latin typeface="Arial"/>
                <a:ea typeface="Arial"/>
                <a:cs typeface="Arial"/>
              </a:defRPr>
            </a:lvl8pPr>
            <a:lvl9pPr algn="ctr">
              <a:defRPr sz="1800" b="1">
                <a:solidFill>
                  <a:srgbClr val="15324B"/>
                </a:solidFill>
                <a:latin typeface="Arial"/>
                <a:ea typeface="Arial"/>
                <a:cs typeface="Arial"/>
              </a:defRPr>
            </a:lvl9pPr>
          </a:lstStyle>
          <a:p xmlns:a="http://schemas.openxmlformats.org/drawingml/2006/main">
            <a:pPr algn="ctr">
              <a:defRPr sz="1800" b="1">
                <a:solidFill>
                  <a:srgbClr val="15324B"/>
                </a:solidFill>
                <a:latin typeface="Arial"/>
                <a:ea typeface="Arial"/>
                <a:cs typeface="Arial"/>
              </a:defRPr>
            </a:pPr>
            <a:r>
              <a:rPr sz="1800" b="1">
                <a:solidFill>
                  <a:srgbClr val="15324B"/>
                </a:solidFill>
                <a:latin typeface="Arial"/>
                <a:ea typeface="Arial"/>
                <a:cs typeface="Arial"/>
              </a:rPr>
              <a:t>Explore</a:t>
            </a:r>
          </a:p>
        </p:txBody>
      </p:sp>
      <p:sp>
        <p:nvSpPr>
          <p:cNvPr id="8" name="Stays">
            <a:extLst xmlns:a="http://schemas.openxmlformats.org/drawingml/2006/main">
              <a:ext uri="{FF2B5EF4-FFF2-40B4-BE49-F238E27FC236}">
                <a16:creationId xmlns:a16="http://schemas.microsoft.com/office/drawing/2014/main" id="{549E09A7-D3B9-4D10-9BA8-82117E207D14}"/>
              </a:ext>
            </a:extLst>
          </p:cNvPr>
          <p:cNvSpPr>
            <a:spLocks xmlns:a="http://schemas.openxmlformats.org/drawingml/2006/main" noGrp="1"/>
          </p:cNvSpPr>
          <p:nvPr/>
        </p:nvSpPr>
        <p:spPr>
          <a:xfrm xmlns:a="http://schemas.openxmlformats.org/drawingml/2006/main">
            <a:off x="2714625" y="3190875"/>
            <a:ext cx="1619250" cy="714375"/>
          </a:xfrm>
          <a:prstGeom xmlns:a="http://schemas.openxmlformats.org/drawingml/2006/main" prst="rect">
            <a:avLst/>
          </a:prstGeom>
          <a:solidFill xmlns:a="http://schemas.openxmlformats.org/drawingml/2006/main">
            <a:srgbClr val="EAF3F2"/>
          </a:solidFill>
          <a:ln xmlns:a="http://schemas.openxmlformats.org/drawingml/2006/main" w="14288">
            <a:solidFill>
              <a:srgbClr val="147F7C"/>
            </a:solidFill>
          </a:ln>
        </p:spPr>
        <p:txBody>
          <a:bodyPr xmlns:a="http://schemas.openxmlformats.org/drawingml/2006/main" wrap="square" lIns="114300" tIns="114300" rIns="114300" bIns="114300" anchor="ctr">
            <a:noAutofit/>
          </a:bodyPr>
          <a:lstStyle xmlns:a="http://schemas.openxmlformats.org/drawingml/2006/main">
            <a:defPPr algn="ctr">
              <a:defRPr sz="1800" b="1">
                <a:solidFill>
                  <a:srgbClr val="15324B"/>
                </a:solidFill>
                <a:latin typeface="Arial"/>
                <a:ea typeface="Arial"/>
                <a:cs typeface="Arial"/>
              </a:defRPr>
            </a:defPPr>
            <a:lvl1pPr algn="ctr">
              <a:defRPr sz="1800" b="1">
                <a:solidFill>
                  <a:srgbClr val="15324B"/>
                </a:solidFill>
                <a:latin typeface="Arial"/>
                <a:ea typeface="Arial"/>
                <a:cs typeface="Arial"/>
              </a:defRPr>
            </a:lvl1pPr>
            <a:lvl2pPr algn="ctr">
              <a:defRPr sz="1800" b="1">
                <a:solidFill>
                  <a:srgbClr val="15324B"/>
                </a:solidFill>
                <a:latin typeface="Arial"/>
                <a:ea typeface="Arial"/>
                <a:cs typeface="Arial"/>
              </a:defRPr>
            </a:lvl2pPr>
            <a:lvl3pPr algn="ctr">
              <a:defRPr sz="1800" b="1">
                <a:solidFill>
                  <a:srgbClr val="15324B"/>
                </a:solidFill>
                <a:latin typeface="Arial"/>
                <a:ea typeface="Arial"/>
                <a:cs typeface="Arial"/>
              </a:defRPr>
            </a:lvl3pPr>
            <a:lvl4pPr algn="ctr">
              <a:defRPr sz="1800" b="1">
                <a:solidFill>
                  <a:srgbClr val="15324B"/>
                </a:solidFill>
                <a:latin typeface="Arial"/>
                <a:ea typeface="Arial"/>
                <a:cs typeface="Arial"/>
              </a:defRPr>
            </a:lvl4pPr>
            <a:lvl5pPr algn="ctr">
              <a:defRPr sz="1800" b="1">
                <a:solidFill>
                  <a:srgbClr val="15324B"/>
                </a:solidFill>
                <a:latin typeface="Arial"/>
                <a:ea typeface="Arial"/>
                <a:cs typeface="Arial"/>
              </a:defRPr>
            </a:lvl5pPr>
            <a:lvl6pPr algn="ctr">
              <a:defRPr sz="1800" b="1">
                <a:solidFill>
                  <a:srgbClr val="15324B"/>
                </a:solidFill>
                <a:latin typeface="Arial"/>
                <a:ea typeface="Arial"/>
                <a:cs typeface="Arial"/>
              </a:defRPr>
            </a:lvl6pPr>
            <a:lvl7pPr algn="ctr">
              <a:defRPr sz="1800" b="1">
                <a:solidFill>
                  <a:srgbClr val="15324B"/>
                </a:solidFill>
                <a:latin typeface="Arial"/>
                <a:ea typeface="Arial"/>
                <a:cs typeface="Arial"/>
              </a:defRPr>
            </a:lvl7pPr>
            <a:lvl8pPr algn="ctr">
              <a:defRPr sz="1800" b="1">
                <a:solidFill>
                  <a:srgbClr val="15324B"/>
                </a:solidFill>
                <a:latin typeface="Arial"/>
                <a:ea typeface="Arial"/>
                <a:cs typeface="Arial"/>
              </a:defRPr>
            </a:lvl8pPr>
            <a:lvl9pPr algn="ctr">
              <a:defRPr sz="1800" b="1">
                <a:solidFill>
                  <a:srgbClr val="15324B"/>
                </a:solidFill>
                <a:latin typeface="Arial"/>
                <a:ea typeface="Arial"/>
                <a:cs typeface="Arial"/>
              </a:defRPr>
            </a:lvl9pPr>
          </a:lstStyle>
          <a:p xmlns:a="http://schemas.openxmlformats.org/drawingml/2006/main">
            <a:pPr algn="ctr">
              <a:defRPr sz="1800" b="1">
                <a:solidFill>
                  <a:srgbClr val="15324B"/>
                </a:solidFill>
                <a:latin typeface="Arial"/>
                <a:ea typeface="Arial"/>
                <a:cs typeface="Arial"/>
              </a:defRPr>
            </a:pPr>
            <a:r>
              <a:rPr sz="1800" b="1">
                <a:solidFill>
                  <a:srgbClr val="15324B"/>
                </a:solidFill>
                <a:latin typeface="Arial"/>
                <a:ea typeface="Arial"/>
                <a:cs typeface="Arial"/>
              </a:rPr>
              <a:t>Stays</a:t>
            </a:r>
          </a:p>
        </p:txBody>
      </p:sp>
      <p:sp>
        <p:nvSpPr>
          <p:cNvPr id="9" name="Tour guide">
            <a:extLst xmlns:a="http://schemas.openxmlformats.org/drawingml/2006/main">
              <a:ext uri="{FF2B5EF4-FFF2-40B4-BE49-F238E27FC236}">
                <a16:creationId xmlns:a16="http://schemas.microsoft.com/office/drawing/2014/main" id="{D7F7AFD8-70D2-4A94-80D2-D90CB4F14D3B}"/>
              </a:ext>
            </a:extLst>
          </p:cNvPr>
          <p:cNvSpPr>
            <a:spLocks xmlns:a="http://schemas.openxmlformats.org/drawingml/2006/main" noGrp="1"/>
          </p:cNvSpPr>
          <p:nvPr/>
        </p:nvSpPr>
        <p:spPr>
          <a:xfrm xmlns:a="http://schemas.openxmlformats.org/drawingml/2006/main">
            <a:off x="2714625" y="4143375"/>
            <a:ext cx="1619250" cy="714375"/>
          </a:xfrm>
          <a:prstGeom xmlns:a="http://schemas.openxmlformats.org/drawingml/2006/main" prst="rect">
            <a:avLst/>
          </a:prstGeom>
          <a:solidFill xmlns:a="http://schemas.openxmlformats.org/drawingml/2006/main">
            <a:srgbClr val="EAF3F2"/>
          </a:solidFill>
          <a:ln xmlns:a="http://schemas.openxmlformats.org/drawingml/2006/main" w="14288">
            <a:solidFill>
              <a:srgbClr val="147F7C"/>
            </a:solidFill>
          </a:ln>
        </p:spPr>
        <p:txBody>
          <a:bodyPr xmlns:a="http://schemas.openxmlformats.org/drawingml/2006/main" wrap="square" lIns="114300" tIns="114300" rIns="114300" bIns="114300" anchor="ctr">
            <a:noAutofit/>
          </a:bodyPr>
          <a:lstStyle xmlns:a="http://schemas.openxmlformats.org/drawingml/2006/main">
            <a:defPPr algn="ctr">
              <a:defRPr sz="1800" b="1">
                <a:solidFill>
                  <a:srgbClr val="15324B"/>
                </a:solidFill>
                <a:latin typeface="Arial"/>
                <a:ea typeface="Arial"/>
                <a:cs typeface="Arial"/>
              </a:defRPr>
            </a:defPPr>
            <a:lvl1pPr algn="ctr">
              <a:defRPr sz="1800" b="1">
                <a:solidFill>
                  <a:srgbClr val="15324B"/>
                </a:solidFill>
                <a:latin typeface="Arial"/>
                <a:ea typeface="Arial"/>
                <a:cs typeface="Arial"/>
              </a:defRPr>
            </a:lvl1pPr>
            <a:lvl2pPr algn="ctr">
              <a:defRPr sz="1800" b="1">
                <a:solidFill>
                  <a:srgbClr val="15324B"/>
                </a:solidFill>
                <a:latin typeface="Arial"/>
                <a:ea typeface="Arial"/>
                <a:cs typeface="Arial"/>
              </a:defRPr>
            </a:lvl2pPr>
            <a:lvl3pPr algn="ctr">
              <a:defRPr sz="1800" b="1">
                <a:solidFill>
                  <a:srgbClr val="15324B"/>
                </a:solidFill>
                <a:latin typeface="Arial"/>
                <a:ea typeface="Arial"/>
                <a:cs typeface="Arial"/>
              </a:defRPr>
            </a:lvl3pPr>
            <a:lvl4pPr algn="ctr">
              <a:defRPr sz="1800" b="1">
                <a:solidFill>
                  <a:srgbClr val="15324B"/>
                </a:solidFill>
                <a:latin typeface="Arial"/>
                <a:ea typeface="Arial"/>
                <a:cs typeface="Arial"/>
              </a:defRPr>
            </a:lvl4pPr>
            <a:lvl5pPr algn="ctr">
              <a:defRPr sz="1800" b="1">
                <a:solidFill>
                  <a:srgbClr val="15324B"/>
                </a:solidFill>
                <a:latin typeface="Arial"/>
                <a:ea typeface="Arial"/>
                <a:cs typeface="Arial"/>
              </a:defRPr>
            </a:lvl5pPr>
            <a:lvl6pPr algn="ctr">
              <a:defRPr sz="1800" b="1">
                <a:solidFill>
                  <a:srgbClr val="15324B"/>
                </a:solidFill>
                <a:latin typeface="Arial"/>
                <a:ea typeface="Arial"/>
                <a:cs typeface="Arial"/>
              </a:defRPr>
            </a:lvl6pPr>
            <a:lvl7pPr algn="ctr">
              <a:defRPr sz="1800" b="1">
                <a:solidFill>
                  <a:srgbClr val="15324B"/>
                </a:solidFill>
                <a:latin typeface="Arial"/>
                <a:ea typeface="Arial"/>
                <a:cs typeface="Arial"/>
              </a:defRPr>
            </a:lvl7pPr>
            <a:lvl8pPr algn="ctr">
              <a:defRPr sz="1800" b="1">
                <a:solidFill>
                  <a:srgbClr val="15324B"/>
                </a:solidFill>
                <a:latin typeface="Arial"/>
                <a:ea typeface="Arial"/>
                <a:cs typeface="Arial"/>
              </a:defRPr>
            </a:lvl8pPr>
            <a:lvl9pPr algn="ctr">
              <a:defRPr sz="1800" b="1">
                <a:solidFill>
                  <a:srgbClr val="15324B"/>
                </a:solidFill>
                <a:latin typeface="Arial"/>
                <a:ea typeface="Arial"/>
                <a:cs typeface="Arial"/>
              </a:defRPr>
            </a:lvl9pPr>
          </a:lstStyle>
          <a:p xmlns:a="http://schemas.openxmlformats.org/drawingml/2006/main">
            <a:pPr algn="ctr">
              <a:defRPr sz="1800" b="1">
                <a:solidFill>
                  <a:srgbClr val="15324B"/>
                </a:solidFill>
                <a:latin typeface="Arial"/>
                <a:ea typeface="Arial"/>
                <a:cs typeface="Arial"/>
              </a:defRPr>
            </a:pPr>
            <a:r>
              <a:rPr sz="1800" b="1">
                <a:solidFill>
                  <a:srgbClr val="15324B"/>
                </a:solidFill>
                <a:latin typeface="Arial"/>
                <a:ea typeface="Arial"/>
                <a:cs typeface="Arial"/>
              </a:rPr>
              <a:t>Tour guide</a:t>
            </a:r>
          </a:p>
        </p:txBody>
      </p:sp>
      <p:sp>
        <p:nvSpPr>
          <p:cNvPr id="10" name="Food guide">
            <a:extLst xmlns:a="http://schemas.openxmlformats.org/drawingml/2006/main">
              <a:ext uri="{FF2B5EF4-FFF2-40B4-BE49-F238E27FC236}">
                <a16:creationId xmlns:a16="http://schemas.microsoft.com/office/drawing/2014/main" id="{D51FDDE9-7D60-4A90-9F9F-6850F756B52F}"/>
              </a:ext>
            </a:extLst>
          </p:cNvPr>
          <p:cNvSpPr>
            <a:spLocks xmlns:a="http://schemas.openxmlformats.org/drawingml/2006/main" noGrp="1"/>
          </p:cNvSpPr>
          <p:nvPr/>
        </p:nvSpPr>
        <p:spPr>
          <a:xfrm xmlns:a="http://schemas.openxmlformats.org/drawingml/2006/main">
            <a:off x="2714625" y="5095875"/>
            <a:ext cx="1619250" cy="714375"/>
          </a:xfrm>
          <a:prstGeom xmlns:a="http://schemas.openxmlformats.org/drawingml/2006/main" prst="rect">
            <a:avLst/>
          </a:prstGeom>
          <a:solidFill xmlns:a="http://schemas.openxmlformats.org/drawingml/2006/main">
            <a:srgbClr val="EAF3F2"/>
          </a:solidFill>
          <a:ln xmlns:a="http://schemas.openxmlformats.org/drawingml/2006/main" w="14288">
            <a:solidFill>
              <a:srgbClr val="147F7C"/>
            </a:solidFill>
          </a:ln>
        </p:spPr>
        <p:txBody>
          <a:bodyPr xmlns:a="http://schemas.openxmlformats.org/drawingml/2006/main" wrap="square" lIns="114300" tIns="114300" rIns="114300" bIns="114300" anchor="ctr">
            <a:noAutofit/>
          </a:bodyPr>
          <a:lstStyle xmlns:a="http://schemas.openxmlformats.org/drawingml/2006/main">
            <a:defPPr algn="ctr">
              <a:defRPr sz="1800" b="1">
                <a:solidFill>
                  <a:srgbClr val="15324B"/>
                </a:solidFill>
                <a:latin typeface="Arial"/>
                <a:ea typeface="Arial"/>
                <a:cs typeface="Arial"/>
              </a:defRPr>
            </a:defPPr>
            <a:lvl1pPr algn="ctr">
              <a:defRPr sz="1800" b="1">
                <a:solidFill>
                  <a:srgbClr val="15324B"/>
                </a:solidFill>
                <a:latin typeface="Arial"/>
                <a:ea typeface="Arial"/>
                <a:cs typeface="Arial"/>
              </a:defRPr>
            </a:lvl1pPr>
            <a:lvl2pPr algn="ctr">
              <a:defRPr sz="1800" b="1">
                <a:solidFill>
                  <a:srgbClr val="15324B"/>
                </a:solidFill>
                <a:latin typeface="Arial"/>
                <a:ea typeface="Arial"/>
                <a:cs typeface="Arial"/>
              </a:defRPr>
            </a:lvl2pPr>
            <a:lvl3pPr algn="ctr">
              <a:defRPr sz="1800" b="1">
                <a:solidFill>
                  <a:srgbClr val="15324B"/>
                </a:solidFill>
                <a:latin typeface="Arial"/>
                <a:ea typeface="Arial"/>
                <a:cs typeface="Arial"/>
              </a:defRPr>
            </a:lvl3pPr>
            <a:lvl4pPr algn="ctr">
              <a:defRPr sz="1800" b="1">
                <a:solidFill>
                  <a:srgbClr val="15324B"/>
                </a:solidFill>
                <a:latin typeface="Arial"/>
                <a:ea typeface="Arial"/>
                <a:cs typeface="Arial"/>
              </a:defRPr>
            </a:lvl4pPr>
            <a:lvl5pPr algn="ctr">
              <a:defRPr sz="1800" b="1">
                <a:solidFill>
                  <a:srgbClr val="15324B"/>
                </a:solidFill>
                <a:latin typeface="Arial"/>
                <a:ea typeface="Arial"/>
                <a:cs typeface="Arial"/>
              </a:defRPr>
            </a:lvl5pPr>
            <a:lvl6pPr algn="ctr">
              <a:defRPr sz="1800" b="1">
                <a:solidFill>
                  <a:srgbClr val="15324B"/>
                </a:solidFill>
                <a:latin typeface="Arial"/>
                <a:ea typeface="Arial"/>
                <a:cs typeface="Arial"/>
              </a:defRPr>
            </a:lvl6pPr>
            <a:lvl7pPr algn="ctr">
              <a:defRPr sz="1800" b="1">
                <a:solidFill>
                  <a:srgbClr val="15324B"/>
                </a:solidFill>
                <a:latin typeface="Arial"/>
                <a:ea typeface="Arial"/>
                <a:cs typeface="Arial"/>
              </a:defRPr>
            </a:lvl7pPr>
            <a:lvl8pPr algn="ctr">
              <a:defRPr sz="1800" b="1">
                <a:solidFill>
                  <a:srgbClr val="15324B"/>
                </a:solidFill>
                <a:latin typeface="Arial"/>
                <a:ea typeface="Arial"/>
                <a:cs typeface="Arial"/>
              </a:defRPr>
            </a:lvl8pPr>
            <a:lvl9pPr algn="ctr">
              <a:defRPr sz="1800" b="1">
                <a:solidFill>
                  <a:srgbClr val="15324B"/>
                </a:solidFill>
                <a:latin typeface="Arial"/>
                <a:ea typeface="Arial"/>
                <a:cs typeface="Arial"/>
              </a:defRPr>
            </a:lvl9pPr>
          </a:lstStyle>
          <a:p xmlns:a="http://schemas.openxmlformats.org/drawingml/2006/main">
            <a:pPr algn="ctr">
              <a:defRPr sz="1800" b="1">
                <a:solidFill>
                  <a:srgbClr val="15324B"/>
                </a:solidFill>
                <a:latin typeface="Arial"/>
                <a:ea typeface="Arial"/>
                <a:cs typeface="Arial"/>
              </a:defRPr>
            </a:pPr>
            <a:r>
              <a:rPr sz="1800" b="1">
                <a:solidFill>
                  <a:srgbClr val="15324B"/>
                </a:solidFill>
                <a:latin typeface="Arial"/>
                <a:ea typeface="Arial"/>
                <a:cs typeface="Arial"/>
              </a:rPr>
              <a:t>Food guide</a:t>
            </a:r>
          </a:p>
        </p:txBody>
      </p:sp>
      <p:sp>
        <p:nvSpPr>
          <p:cNvPr id="11" name="Itinerary&#10;planner">
            <a:extLst xmlns:a="http://schemas.openxmlformats.org/drawingml/2006/main">
              <a:ext uri="{FF2B5EF4-FFF2-40B4-BE49-F238E27FC236}">
                <a16:creationId xmlns:a16="http://schemas.microsoft.com/office/drawing/2014/main" id="{FE5C925A-7CEF-459F-B862-4704479661DE}"/>
              </a:ext>
            </a:extLst>
          </p:cNvPr>
          <p:cNvSpPr>
            <a:spLocks xmlns:a="http://schemas.openxmlformats.org/drawingml/2006/main" noGrp="1"/>
          </p:cNvSpPr>
          <p:nvPr/>
        </p:nvSpPr>
        <p:spPr>
          <a:xfrm xmlns:a="http://schemas.openxmlformats.org/drawingml/2006/main">
            <a:off x="5143500" y="3667125"/>
            <a:ext cx="1619250" cy="952500"/>
          </a:xfrm>
          <a:prstGeom xmlns:a="http://schemas.openxmlformats.org/drawingml/2006/main" prst="rect">
            <a:avLst/>
          </a:prstGeom>
          <a:solidFill xmlns:a="http://schemas.openxmlformats.org/drawingml/2006/main">
            <a:srgbClr val="FFF0E2"/>
          </a:solidFill>
          <a:ln xmlns:a="http://schemas.openxmlformats.org/drawingml/2006/main" w="14288">
            <a:solidFill>
              <a:srgbClr val="EF7930"/>
            </a:solidFill>
          </a:ln>
        </p:spPr>
        <p:txBody>
          <a:bodyPr xmlns:a="http://schemas.openxmlformats.org/drawingml/2006/main" wrap="square" lIns="114300" tIns="114300" rIns="114300" bIns="114300" anchor="ctr">
            <a:noAutofit/>
          </a:bodyPr>
          <a:lstStyle xmlns:a="http://schemas.openxmlformats.org/drawingml/2006/main">
            <a:defPPr algn="ctr">
              <a:defRPr sz="1875" b="1">
                <a:solidFill>
                  <a:srgbClr val="15324B"/>
                </a:solidFill>
                <a:latin typeface="Arial"/>
                <a:ea typeface="Arial"/>
                <a:cs typeface="Arial"/>
              </a:defRPr>
            </a:defPPr>
            <a:lvl1pPr algn="ctr">
              <a:defRPr sz="1875" b="1">
                <a:solidFill>
                  <a:srgbClr val="15324B"/>
                </a:solidFill>
                <a:latin typeface="Arial"/>
                <a:ea typeface="Arial"/>
                <a:cs typeface="Arial"/>
              </a:defRPr>
            </a:lvl1pPr>
            <a:lvl2pPr algn="ctr">
              <a:defRPr sz="1875" b="1">
                <a:solidFill>
                  <a:srgbClr val="15324B"/>
                </a:solidFill>
                <a:latin typeface="Arial"/>
                <a:ea typeface="Arial"/>
                <a:cs typeface="Arial"/>
              </a:defRPr>
            </a:lvl2pPr>
            <a:lvl3pPr algn="ctr">
              <a:defRPr sz="1875" b="1">
                <a:solidFill>
                  <a:srgbClr val="15324B"/>
                </a:solidFill>
                <a:latin typeface="Arial"/>
                <a:ea typeface="Arial"/>
                <a:cs typeface="Arial"/>
              </a:defRPr>
            </a:lvl3pPr>
            <a:lvl4pPr algn="ctr">
              <a:defRPr sz="1875" b="1">
                <a:solidFill>
                  <a:srgbClr val="15324B"/>
                </a:solidFill>
                <a:latin typeface="Arial"/>
                <a:ea typeface="Arial"/>
                <a:cs typeface="Arial"/>
              </a:defRPr>
            </a:lvl4pPr>
            <a:lvl5pPr algn="ctr">
              <a:defRPr sz="1875" b="1">
                <a:solidFill>
                  <a:srgbClr val="15324B"/>
                </a:solidFill>
                <a:latin typeface="Arial"/>
                <a:ea typeface="Arial"/>
                <a:cs typeface="Arial"/>
              </a:defRPr>
            </a:lvl5pPr>
            <a:lvl6pPr algn="ctr">
              <a:defRPr sz="1875" b="1">
                <a:solidFill>
                  <a:srgbClr val="15324B"/>
                </a:solidFill>
                <a:latin typeface="Arial"/>
                <a:ea typeface="Arial"/>
                <a:cs typeface="Arial"/>
              </a:defRPr>
            </a:lvl6pPr>
            <a:lvl7pPr algn="ctr">
              <a:defRPr sz="1875" b="1">
                <a:solidFill>
                  <a:srgbClr val="15324B"/>
                </a:solidFill>
                <a:latin typeface="Arial"/>
                <a:ea typeface="Arial"/>
                <a:cs typeface="Arial"/>
              </a:defRPr>
            </a:lvl7pPr>
            <a:lvl8pPr algn="ctr">
              <a:defRPr sz="1875" b="1">
                <a:solidFill>
                  <a:srgbClr val="15324B"/>
                </a:solidFill>
                <a:latin typeface="Arial"/>
                <a:ea typeface="Arial"/>
                <a:cs typeface="Arial"/>
              </a:defRPr>
            </a:lvl8pPr>
            <a:lvl9pPr algn="ctr">
              <a:defRPr sz="1875" b="1">
                <a:solidFill>
                  <a:srgbClr val="15324B"/>
                </a:solidFill>
                <a:latin typeface="Arial"/>
                <a:ea typeface="Arial"/>
                <a:cs typeface="Arial"/>
              </a:defRPr>
            </a:lvl9pPr>
          </a:lstStyle>
          <a:p xmlns:a="http://schemas.openxmlformats.org/drawingml/2006/main">
            <a:pPr algn="ctr">
              <a:defRPr sz="1875" b="1">
                <a:solidFill>
                  <a:srgbClr val="15324B"/>
                </a:solidFill>
                <a:latin typeface="Arial"/>
                <a:ea typeface="Arial"/>
                <a:cs typeface="Arial"/>
              </a:defRPr>
            </a:pPr>
            <a:r>
              <a:rPr sz="1875" b="1">
                <a:solidFill>
                  <a:srgbClr val="15324B"/>
                </a:solidFill>
                <a:latin typeface="Arial"/>
                <a:ea typeface="Arial"/>
                <a:cs typeface="Arial"/>
              </a:rPr>
              <a:t>Itinerary</a:t>
            </a:r>
          </a:p>
          <a:p xmlns:a="http://schemas.openxmlformats.org/drawingml/2006/main">
            <a:pPr algn="ctr">
              <a:defRPr sz="1875" b="1">
                <a:solidFill>
                  <a:srgbClr val="15324B"/>
                </a:solidFill>
                <a:latin typeface="Arial"/>
                <a:ea typeface="Arial"/>
                <a:cs typeface="Arial"/>
              </a:defRPr>
            </a:pPr>
            <a:r>
              <a:rPr sz="1875" b="1">
                <a:solidFill>
                  <a:srgbClr val="15324B"/>
                </a:solidFill>
                <a:latin typeface="Arial"/>
                <a:ea typeface="Arial"/>
                <a:cs typeface="Arial"/>
              </a:rPr>
              <a:t>planner</a:t>
            </a:r>
          </a:p>
        </p:txBody>
      </p:sp>
      <p:sp>
        <p:nvSpPr>
          <p:cNvPr id="12" name="Budget&#10;reviewer">
            <a:extLst xmlns:a="http://schemas.openxmlformats.org/drawingml/2006/main">
              <a:ext uri="{FF2B5EF4-FFF2-40B4-BE49-F238E27FC236}">
                <a16:creationId xmlns:a16="http://schemas.microsoft.com/office/drawing/2014/main" id="{9BD32B08-2E48-4E2D-B9F3-C2923D0326C1}"/>
              </a:ext>
            </a:extLst>
          </p:cNvPr>
          <p:cNvSpPr>
            <a:spLocks xmlns:a="http://schemas.openxmlformats.org/drawingml/2006/main" noGrp="1"/>
          </p:cNvSpPr>
          <p:nvPr/>
        </p:nvSpPr>
        <p:spPr>
          <a:xfrm xmlns:a="http://schemas.openxmlformats.org/drawingml/2006/main">
            <a:off x="7477125" y="3667125"/>
            <a:ext cx="1714500" cy="952500"/>
          </a:xfrm>
          <a:prstGeom xmlns:a="http://schemas.openxmlformats.org/drawingml/2006/main" prst="rect">
            <a:avLst/>
          </a:prstGeom>
          <a:solidFill xmlns:a="http://schemas.openxmlformats.org/drawingml/2006/main">
            <a:srgbClr val="FFF0E2"/>
          </a:solidFill>
          <a:ln xmlns:a="http://schemas.openxmlformats.org/drawingml/2006/main" w="14288">
            <a:solidFill>
              <a:srgbClr val="EF7930"/>
            </a:solidFill>
          </a:ln>
        </p:spPr>
        <p:txBody>
          <a:bodyPr xmlns:a="http://schemas.openxmlformats.org/drawingml/2006/main" wrap="square" lIns="114300" tIns="114300" rIns="114300" bIns="114300" anchor="ctr">
            <a:noAutofit/>
          </a:bodyPr>
          <a:lstStyle xmlns:a="http://schemas.openxmlformats.org/drawingml/2006/main">
            <a:defPPr algn="ctr">
              <a:defRPr sz="1875" b="1">
                <a:solidFill>
                  <a:srgbClr val="15324B"/>
                </a:solidFill>
                <a:latin typeface="Arial"/>
                <a:ea typeface="Arial"/>
                <a:cs typeface="Arial"/>
              </a:defRPr>
            </a:defPPr>
            <a:lvl1pPr algn="ctr">
              <a:defRPr sz="1875" b="1">
                <a:solidFill>
                  <a:srgbClr val="15324B"/>
                </a:solidFill>
                <a:latin typeface="Arial"/>
                <a:ea typeface="Arial"/>
                <a:cs typeface="Arial"/>
              </a:defRPr>
            </a:lvl1pPr>
            <a:lvl2pPr algn="ctr">
              <a:defRPr sz="1875" b="1">
                <a:solidFill>
                  <a:srgbClr val="15324B"/>
                </a:solidFill>
                <a:latin typeface="Arial"/>
                <a:ea typeface="Arial"/>
                <a:cs typeface="Arial"/>
              </a:defRPr>
            </a:lvl2pPr>
            <a:lvl3pPr algn="ctr">
              <a:defRPr sz="1875" b="1">
                <a:solidFill>
                  <a:srgbClr val="15324B"/>
                </a:solidFill>
                <a:latin typeface="Arial"/>
                <a:ea typeface="Arial"/>
                <a:cs typeface="Arial"/>
              </a:defRPr>
            </a:lvl3pPr>
            <a:lvl4pPr algn="ctr">
              <a:defRPr sz="1875" b="1">
                <a:solidFill>
                  <a:srgbClr val="15324B"/>
                </a:solidFill>
                <a:latin typeface="Arial"/>
                <a:ea typeface="Arial"/>
                <a:cs typeface="Arial"/>
              </a:defRPr>
            </a:lvl4pPr>
            <a:lvl5pPr algn="ctr">
              <a:defRPr sz="1875" b="1">
                <a:solidFill>
                  <a:srgbClr val="15324B"/>
                </a:solidFill>
                <a:latin typeface="Arial"/>
                <a:ea typeface="Arial"/>
                <a:cs typeface="Arial"/>
              </a:defRPr>
            </a:lvl5pPr>
            <a:lvl6pPr algn="ctr">
              <a:defRPr sz="1875" b="1">
                <a:solidFill>
                  <a:srgbClr val="15324B"/>
                </a:solidFill>
                <a:latin typeface="Arial"/>
                <a:ea typeface="Arial"/>
                <a:cs typeface="Arial"/>
              </a:defRPr>
            </a:lvl6pPr>
            <a:lvl7pPr algn="ctr">
              <a:defRPr sz="1875" b="1">
                <a:solidFill>
                  <a:srgbClr val="15324B"/>
                </a:solidFill>
                <a:latin typeface="Arial"/>
                <a:ea typeface="Arial"/>
                <a:cs typeface="Arial"/>
              </a:defRPr>
            </a:lvl7pPr>
            <a:lvl8pPr algn="ctr">
              <a:defRPr sz="1875" b="1">
                <a:solidFill>
                  <a:srgbClr val="15324B"/>
                </a:solidFill>
                <a:latin typeface="Arial"/>
                <a:ea typeface="Arial"/>
                <a:cs typeface="Arial"/>
              </a:defRPr>
            </a:lvl8pPr>
            <a:lvl9pPr algn="ctr">
              <a:defRPr sz="1875" b="1">
                <a:solidFill>
                  <a:srgbClr val="15324B"/>
                </a:solidFill>
                <a:latin typeface="Arial"/>
                <a:ea typeface="Arial"/>
                <a:cs typeface="Arial"/>
              </a:defRPr>
            </a:lvl9pPr>
          </a:lstStyle>
          <a:p xmlns:a="http://schemas.openxmlformats.org/drawingml/2006/main">
            <a:pPr algn="ctr">
              <a:defRPr sz="1875" b="1">
                <a:solidFill>
                  <a:srgbClr val="15324B"/>
                </a:solidFill>
                <a:latin typeface="Arial"/>
                <a:ea typeface="Arial"/>
                <a:cs typeface="Arial"/>
              </a:defRPr>
            </a:pPr>
            <a:r>
              <a:rPr sz="1875" b="1">
                <a:solidFill>
                  <a:srgbClr val="15324B"/>
                </a:solidFill>
                <a:latin typeface="Arial"/>
                <a:ea typeface="Arial"/>
                <a:cs typeface="Arial"/>
              </a:rPr>
              <a:t>Budget</a:t>
            </a:r>
          </a:p>
          <a:p xmlns:a="http://schemas.openxmlformats.org/drawingml/2006/main">
            <a:pPr algn="ctr">
              <a:defRPr sz="1875" b="1">
                <a:solidFill>
                  <a:srgbClr val="15324B"/>
                </a:solidFill>
                <a:latin typeface="Arial"/>
                <a:ea typeface="Arial"/>
                <a:cs typeface="Arial"/>
              </a:defRPr>
            </a:pPr>
            <a:r>
              <a:rPr sz="1875" b="1">
                <a:solidFill>
                  <a:srgbClr val="15324B"/>
                </a:solidFill>
                <a:latin typeface="Arial"/>
                <a:ea typeface="Arial"/>
                <a:cs typeface="Arial"/>
              </a:rPr>
              <a:t>reviewer</a:t>
            </a:r>
          </a:p>
        </p:txBody>
      </p:sp>
      <p:sp>
        <p:nvSpPr>
          <p:cNvPr id="13" name="Validate&#10;current plan">
            <a:extLst xmlns:a="http://schemas.openxmlformats.org/drawingml/2006/main">
              <a:ext uri="{FF2B5EF4-FFF2-40B4-BE49-F238E27FC236}">
                <a16:creationId xmlns:a16="http://schemas.microsoft.com/office/drawing/2014/main" id="{8DA69B54-D227-4E69-B92A-7883E7B2E76E}"/>
              </a:ext>
            </a:extLst>
          </p:cNvPr>
          <p:cNvSpPr>
            <a:spLocks xmlns:a="http://schemas.openxmlformats.org/drawingml/2006/main" noGrp="1"/>
          </p:cNvSpPr>
          <p:nvPr/>
        </p:nvSpPr>
        <p:spPr>
          <a:xfrm xmlns:a="http://schemas.openxmlformats.org/drawingml/2006/main">
            <a:off x="7477125" y="5572125"/>
            <a:ext cx="1714500" cy="857250"/>
          </a:xfrm>
          <a:prstGeom xmlns:a="http://schemas.openxmlformats.org/drawingml/2006/main" prst="rect">
            <a:avLst/>
          </a:prstGeom>
          <a:solidFill xmlns:a="http://schemas.openxmlformats.org/drawingml/2006/main">
            <a:srgbClr val="E8EFF5"/>
          </a:solidFill>
          <a:ln xmlns:a="http://schemas.openxmlformats.org/drawingml/2006/main" w="14288">
            <a:solidFill>
              <a:srgbClr val="5D83A1"/>
            </a:solidFill>
          </a:ln>
        </p:spPr>
        <p:txBody>
          <a:bodyPr xmlns:a="http://schemas.openxmlformats.org/drawingml/2006/main" wrap="square" lIns="114300" tIns="114300" rIns="114300" bIns="114300" anchor="ctr">
            <a:noAutofit/>
          </a:bodyPr>
          <a:lstStyle xmlns:a="http://schemas.openxmlformats.org/drawingml/2006/main">
            <a:defPPr algn="ctr">
              <a:defRPr sz="1875" b="1">
                <a:solidFill>
                  <a:srgbClr val="15324B"/>
                </a:solidFill>
                <a:latin typeface="Arial"/>
                <a:ea typeface="Arial"/>
                <a:cs typeface="Arial"/>
              </a:defRPr>
            </a:defPPr>
            <a:lvl1pPr algn="ctr">
              <a:defRPr sz="1875" b="1">
                <a:solidFill>
                  <a:srgbClr val="15324B"/>
                </a:solidFill>
                <a:latin typeface="Arial"/>
                <a:ea typeface="Arial"/>
                <a:cs typeface="Arial"/>
              </a:defRPr>
            </a:lvl1pPr>
            <a:lvl2pPr algn="ctr">
              <a:defRPr sz="1875" b="1">
                <a:solidFill>
                  <a:srgbClr val="15324B"/>
                </a:solidFill>
                <a:latin typeface="Arial"/>
                <a:ea typeface="Arial"/>
                <a:cs typeface="Arial"/>
              </a:defRPr>
            </a:lvl2pPr>
            <a:lvl3pPr algn="ctr">
              <a:defRPr sz="1875" b="1">
                <a:solidFill>
                  <a:srgbClr val="15324B"/>
                </a:solidFill>
                <a:latin typeface="Arial"/>
                <a:ea typeface="Arial"/>
                <a:cs typeface="Arial"/>
              </a:defRPr>
            </a:lvl3pPr>
            <a:lvl4pPr algn="ctr">
              <a:defRPr sz="1875" b="1">
                <a:solidFill>
                  <a:srgbClr val="15324B"/>
                </a:solidFill>
                <a:latin typeface="Arial"/>
                <a:ea typeface="Arial"/>
                <a:cs typeface="Arial"/>
              </a:defRPr>
            </a:lvl4pPr>
            <a:lvl5pPr algn="ctr">
              <a:defRPr sz="1875" b="1">
                <a:solidFill>
                  <a:srgbClr val="15324B"/>
                </a:solidFill>
                <a:latin typeface="Arial"/>
                <a:ea typeface="Arial"/>
                <a:cs typeface="Arial"/>
              </a:defRPr>
            </a:lvl5pPr>
            <a:lvl6pPr algn="ctr">
              <a:defRPr sz="1875" b="1">
                <a:solidFill>
                  <a:srgbClr val="15324B"/>
                </a:solidFill>
                <a:latin typeface="Arial"/>
                <a:ea typeface="Arial"/>
                <a:cs typeface="Arial"/>
              </a:defRPr>
            </a:lvl6pPr>
            <a:lvl7pPr algn="ctr">
              <a:defRPr sz="1875" b="1">
                <a:solidFill>
                  <a:srgbClr val="15324B"/>
                </a:solidFill>
                <a:latin typeface="Arial"/>
                <a:ea typeface="Arial"/>
                <a:cs typeface="Arial"/>
              </a:defRPr>
            </a:lvl7pPr>
            <a:lvl8pPr algn="ctr">
              <a:defRPr sz="1875" b="1">
                <a:solidFill>
                  <a:srgbClr val="15324B"/>
                </a:solidFill>
                <a:latin typeface="Arial"/>
                <a:ea typeface="Arial"/>
                <a:cs typeface="Arial"/>
              </a:defRPr>
            </a:lvl8pPr>
            <a:lvl9pPr algn="ctr">
              <a:defRPr sz="1875" b="1">
                <a:solidFill>
                  <a:srgbClr val="15324B"/>
                </a:solidFill>
                <a:latin typeface="Arial"/>
                <a:ea typeface="Arial"/>
                <a:cs typeface="Arial"/>
              </a:defRPr>
            </a:lvl9pPr>
          </a:lstStyle>
          <a:p xmlns:a="http://schemas.openxmlformats.org/drawingml/2006/main">
            <a:pPr algn="ctr">
              <a:defRPr sz="1875" b="1">
                <a:solidFill>
                  <a:srgbClr val="15324B"/>
                </a:solidFill>
                <a:latin typeface="Arial"/>
                <a:ea typeface="Arial"/>
                <a:cs typeface="Arial"/>
              </a:defRPr>
            </a:pPr>
            <a:r>
              <a:rPr sz="1875" b="1">
                <a:solidFill>
                  <a:srgbClr val="15324B"/>
                </a:solidFill>
                <a:latin typeface="Arial"/>
                <a:ea typeface="Arial"/>
                <a:cs typeface="Arial"/>
              </a:rPr>
              <a:t>Validate</a:t>
            </a:r>
          </a:p>
          <a:p xmlns:a="http://schemas.openxmlformats.org/drawingml/2006/main">
            <a:pPr algn="ctr">
              <a:defRPr sz="1875" b="1">
                <a:solidFill>
                  <a:srgbClr val="15324B"/>
                </a:solidFill>
                <a:latin typeface="Arial"/>
                <a:ea typeface="Arial"/>
                <a:cs typeface="Arial"/>
              </a:defRPr>
            </a:pPr>
            <a:r>
              <a:rPr sz="1875" b="1">
                <a:solidFill>
                  <a:srgbClr val="15324B"/>
                </a:solidFill>
                <a:latin typeface="Arial"/>
                <a:ea typeface="Arial"/>
                <a:cs typeface="Arial"/>
              </a:rPr>
              <a:t>current plan</a:t>
            </a:r>
          </a:p>
        </p:txBody>
      </p:sp>
      <p:pic>
        <p:nvPicPr>
          <p:cNvPr id="24" name="">
            <a:extLst xmlns:a="http://schemas.openxmlformats.org/drawingml/2006/main">
              <a:ext uri="{FF2B5EF4-FFF2-40B4-BE49-F238E27FC236}">
                <a16:creationId xmlns:a16="http://schemas.microsoft.com/office/drawing/2014/main" id="{C1EC74DC-0F7E-41AD-9EF2-B87ECFE32A8C}"/>
              </a:ext>
            </a:extLst>
          </p:cNvPr>
          <p:cNvPicPr>
            <a:picLocks xmlns:a="http://schemas.openxmlformats.org/drawingml/2006/main" noChangeAspect="1"/>
          </p:cNvPicPr>
          <p:nvPr/>
        </p:nvPicPr>
        <p:blipFill>
          <a:blip xmlns:r="http://schemas.openxmlformats.org/officeDocument/2006/relationships" xmlns:a="http://schemas.openxmlformats.org/drawingml/2006/main" r:embed="R4281513b0dc54b93"/>
          <a:stretch xmlns:a="http://schemas.openxmlformats.org/drawingml/2006/main"/>
        </p:blipFill>
        <p:spPr>
          <a:xfrm xmlns:a="http://schemas.openxmlformats.org/drawingml/2006/main">
            <a:off x="10288905" y="2343150"/>
            <a:ext cx="4282440" cy="2676525"/>
          </a:xfrm>
          <a:prstGeom xmlns:a="http://schemas.openxmlformats.org/drawingml/2006/main" prst="rect">
            <a:avLst/>
          </a:prstGeom>
        </p:spPr>
      </p:pic>
      <p:sp>
        <p:nvSpPr>
          <p:cNvPr id="25" name="Actual registered memory actors">
            <a:extLst xmlns:a="http://schemas.openxmlformats.org/drawingml/2006/main">
              <a:ext uri="{FF2B5EF4-FFF2-40B4-BE49-F238E27FC236}">
                <a16:creationId xmlns:a16="http://schemas.microsoft.com/office/drawing/2014/main" id="{2B33564E-9C24-47BE-BA44-5F3112811208}"/>
              </a:ext>
            </a:extLst>
          </p:cNvPr>
          <p:cNvSpPr>
            <a:spLocks xmlns:a="http://schemas.openxmlformats.org/drawingml/2006/main" noGrp="1"/>
          </p:cNvSpPr>
          <p:nvPr/>
        </p:nvSpPr>
        <p:spPr>
          <a:xfrm xmlns:a="http://schemas.openxmlformats.org/drawingml/2006/main">
            <a:off x="10287000" y="5162550"/>
            <a:ext cx="42862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1">
                <a:solidFill>
                  <a:srgbClr val="147F7C"/>
                </a:solidFill>
                <a:latin typeface="Arial"/>
                <a:ea typeface="Arial"/>
                <a:cs typeface="Arial"/>
              </a:defRPr>
            </a:defPPr>
            <a:lvl1pPr algn="l">
              <a:defRPr sz="1575" b="1">
                <a:solidFill>
                  <a:srgbClr val="147F7C"/>
                </a:solidFill>
                <a:latin typeface="Arial"/>
                <a:ea typeface="Arial"/>
                <a:cs typeface="Arial"/>
              </a:defRPr>
            </a:lvl1pPr>
            <a:lvl2pPr algn="l">
              <a:defRPr sz="1575" b="1">
                <a:solidFill>
                  <a:srgbClr val="147F7C"/>
                </a:solidFill>
                <a:latin typeface="Arial"/>
                <a:ea typeface="Arial"/>
                <a:cs typeface="Arial"/>
              </a:defRPr>
            </a:lvl2pPr>
            <a:lvl3pPr algn="l">
              <a:defRPr sz="1575" b="1">
                <a:solidFill>
                  <a:srgbClr val="147F7C"/>
                </a:solidFill>
                <a:latin typeface="Arial"/>
                <a:ea typeface="Arial"/>
                <a:cs typeface="Arial"/>
              </a:defRPr>
            </a:lvl3pPr>
            <a:lvl4pPr algn="l">
              <a:defRPr sz="1575" b="1">
                <a:solidFill>
                  <a:srgbClr val="147F7C"/>
                </a:solidFill>
                <a:latin typeface="Arial"/>
                <a:ea typeface="Arial"/>
                <a:cs typeface="Arial"/>
              </a:defRPr>
            </a:lvl4pPr>
            <a:lvl5pPr algn="l">
              <a:defRPr sz="1575" b="1">
                <a:solidFill>
                  <a:srgbClr val="147F7C"/>
                </a:solidFill>
                <a:latin typeface="Arial"/>
                <a:ea typeface="Arial"/>
                <a:cs typeface="Arial"/>
              </a:defRPr>
            </a:lvl5pPr>
            <a:lvl6pPr algn="l">
              <a:defRPr sz="1575" b="1">
                <a:solidFill>
                  <a:srgbClr val="147F7C"/>
                </a:solidFill>
                <a:latin typeface="Arial"/>
                <a:ea typeface="Arial"/>
                <a:cs typeface="Arial"/>
              </a:defRPr>
            </a:lvl6pPr>
            <a:lvl7pPr algn="l">
              <a:defRPr sz="1575" b="1">
                <a:solidFill>
                  <a:srgbClr val="147F7C"/>
                </a:solidFill>
                <a:latin typeface="Arial"/>
                <a:ea typeface="Arial"/>
                <a:cs typeface="Arial"/>
              </a:defRPr>
            </a:lvl7pPr>
            <a:lvl8pPr algn="l">
              <a:defRPr sz="1575" b="1">
                <a:solidFill>
                  <a:srgbClr val="147F7C"/>
                </a:solidFill>
                <a:latin typeface="Arial"/>
                <a:ea typeface="Arial"/>
                <a:cs typeface="Arial"/>
              </a:defRPr>
            </a:lvl8pPr>
            <a:lvl9pPr algn="l">
              <a:defRPr sz="1575" b="1">
                <a:solidFill>
                  <a:srgbClr val="147F7C"/>
                </a:solidFill>
                <a:latin typeface="Arial"/>
                <a:ea typeface="Arial"/>
                <a:cs typeface="Arial"/>
              </a:defRPr>
            </a:lvl9pPr>
          </a:lstStyle>
          <a:p xmlns:a="http://schemas.openxmlformats.org/drawingml/2006/main">
            <a:pPr algn="l">
              <a:defRPr sz="1575" b="1">
                <a:solidFill>
                  <a:srgbClr val="147F7C"/>
                </a:solidFill>
                <a:latin typeface="Arial"/>
                <a:ea typeface="Arial"/>
                <a:cs typeface="Arial"/>
              </a:defRPr>
            </a:pPr>
            <a:r>
              <a:rPr sz="1575" b="1">
                <a:solidFill>
                  <a:srgbClr val="147F7C"/>
                </a:solidFill>
                <a:latin typeface="Arial"/>
                <a:ea typeface="Arial"/>
                <a:cs typeface="Arial"/>
              </a:rPr>
              <a:t>Actual registered memory actors</a:t>
            </a:r>
          </a:p>
        </p:txBody>
      </p:sp>
      <p:sp>
        <p:nvSpPr>
          <p:cNvPr id="26" name="Typed tool actions">
            <a:extLst xmlns:a="http://schemas.openxmlformats.org/drawingml/2006/main">
              <a:ext uri="{FF2B5EF4-FFF2-40B4-BE49-F238E27FC236}">
                <a16:creationId xmlns:a16="http://schemas.microsoft.com/office/drawing/2014/main" id="{0ECD996E-F5D5-4EC3-AB2E-31CCE54CFB2C}"/>
              </a:ext>
            </a:extLst>
          </p:cNvPr>
          <p:cNvSpPr>
            <a:spLocks xmlns:a="http://schemas.openxmlformats.org/drawingml/2006/main" noGrp="1"/>
          </p:cNvSpPr>
          <p:nvPr/>
        </p:nvSpPr>
        <p:spPr>
          <a:xfrm xmlns:a="http://schemas.openxmlformats.org/drawingml/2006/main">
            <a:off x="10287000" y="5810250"/>
            <a:ext cx="4286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102D45"/>
                </a:solidFill>
                <a:latin typeface="Arial"/>
                <a:ea typeface="Arial"/>
                <a:cs typeface="Arial"/>
              </a:defRPr>
            </a:defPPr>
            <a:lvl1pPr algn="l">
              <a:defRPr sz="2175" b="1">
                <a:solidFill>
                  <a:srgbClr val="102D45"/>
                </a:solidFill>
                <a:latin typeface="Arial"/>
                <a:ea typeface="Arial"/>
                <a:cs typeface="Arial"/>
              </a:defRPr>
            </a:lvl1pPr>
            <a:lvl2pPr algn="l">
              <a:defRPr sz="2175" b="1">
                <a:solidFill>
                  <a:srgbClr val="102D45"/>
                </a:solidFill>
                <a:latin typeface="Arial"/>
                <a:ea typeface="Arial"/>
                <a:cs typeface="Arial"/>
              </a:defRPr>
            </a:lvl2pPr>
            <a:lvl3pPr algn="l">
              <a:defRPr sz="2175" b="1">
                <a:solidFill>
                  <a:srgbClr val="102D45"/>
                </a:solidFill>
                <a:latin typeface="Arial"/>
                <a:ea typeface="Arial"/>
                <a:cs typeface="Arial"/>
              </a:defRPr>
            </a:lvl3pPr>
            <a:lvl4pPr algn="l">
              <a:defRPr sz="2175" b="1">
                <a:solidFill>
                  <a:srgbClr val="102D45"/>
                </a:solidFill>
                <a:latin typeface="Arial"/>
                <a:ea typeface="Arial"/>
                <a:cs typeface="Arial"/>
              </a:defRPr>
            </a:lvl4pPr>
            <a:lvl5pPr algn="l">
              <a:defRPr sz="2175" b="1">
                <a:solidFill>
                  <a:srgbClr val="102D45"/>
                </a:solidFill>
                <a:latin typeface="Arial"/>
                <a:ea typeface="Arial"/>
                <a:cs typeface="Arial"/>
              </a:defRPr>
            </a:lvl5pPr>
            <a:lvl6pPr algn="l">
              <a:defRPr sz="2175" b="1">
                <a:solidFill>
                  <a:srgbClr val="102D45"/>
                </a:solidFill>
                <a:latin typeface="Arial"/>
                <a:ea typeface="Arial"/>
                <a:cs typeface="Arial"/>
              </a:defRPr>
            </a:lvl6pPr>
            <a:lvl7pPr algn="l">
              <a:defRPr sz="2175" b="1">
                <a:solidFill>
                  <a:srgbClr val="102D45"/>
                </a:solidFill>
                <a:latin typeface="Arial"/>
                <a:ea typeface="Arial"/>
                <a:cs typeface="Arial"/>
              </a:defRPr>
            </a:lvl7pPr>
            <a:lvl8pPr algn="l">
              <a:defRPr sz="2175" b="1">
                <a:solidFill>
                  <a:srgbClr val="102D45"/>
                </a:solidFill>
                <a:latin typeface="Arial"/>
                <a:ea typeface="Arial"/>
                <a:cs typeface="Arial"/>
              </a:defRPr>
            </a:lvl8pPr>
            <a:lvl9pPr algn="l">
              <a:defRPr sz="2175" b="1">
                <a:solidFill>
                  <a:srgbClr val="102D45"/>
                </a:solidFill>
                <a:latin typeface="Arial"/>
                <a:ea typeface="Arial"/>
                <a:cs typeface="Arial"/>
              </a:defRPr>
            </a:lvl9pPr>
          </a:lstStyle>
          <a:p xmlns:a="http://schemas.openxmlformats.org/drawingml/2006/main">
            <a:pPr algn="l">
              <a:defRPr sz="2175" b="1">
                <a:solidFill>
                  <a:srgbClr val="102D45"/>
                </a:solidFill>
                <a:latin typeface="Arial"/>
                <a:ea typeface="Arial"/>
                <a:cs typeface="Arial"/>
              </a:defRPr>
            </a:pPr>
            <a:r>
              <a:rPr sz="2175" b="1">
                <a:solidFill>
                  <a:srgbClr val="102D45"/>
                </a:solidFill>
                <a:latin typeface="Arial"/>
                <a:ea typeface="Arial"/>
                <a:cs typeface="Arial"/>
              </a:rPr>
              <a:t>Typed tool actions</a:t>
            </a:r>
          </a:p>
        </p:txBody>
      </p:sp>
      <p:sp>
        <p:nvSpPr>
          <p:cNvPr id="27" name="Schemas and allowlists constrain&#10;each specialist’s execution">
            <a:extLst xmlns:a="http://schemas.openxmlformats.org/drawingml/2006/main">
              <a:ext uri="{FF2B5EF4-FFF2-40B4-BE49-F238E27FC236}">
                <a16:creationId xmlns:a16="http://schemas.microsoft.com/office/drawing/2014/main" id="{C08567F6-FF84-4229-A93B-4F6B16624FED}"/>
              </a:ext>
            </a:extLst>
          </p:cNvPr>
          <p:cNvSpPr>
            <a:spLocks xmlns:a="http://schemas.openxmlformats.org/drawingml/2006/main" noGrp="1"/>
          </p:cNvSpPr>
          <p:nvPr/>
        </p:nvSpPr>
        <p:spPr>
          <a:xfrm xmlns:a="http://schemas.openxmlformats.org/drawingml/2006/main">
            <a:off x="10287000" y="6296025"/>
            <a:ext cx="4286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53697A"/>
                </a:solidFill>
                <a:latin typeface="Arial"/>
                <a:ea typeface="Arial"/>
                <a:cs typeface="Arial"/>
              </a:defRPr>
            </a:defPPr>
            <a:lvl1pPr algn="l">
              <a:defRPr sz="1875" b="0">
                <a:solidFill>
                  <a:srgbClr val="53697A"/>
                </a:solidFill>
                <a:latin typeface="Arial"/>
                <a:ea typeface="Arial"/>
                <a:cs typeface="Arial"/>
              </a:defRPr>
            </a:lvl1pPr>
            <a:lvl2pPr algn="l">
              <a:defRPr sz="1875" b="0">
                <a:solidFill>
                  <a:srgbClr val="53697A"/>
                </a:solidFill>
                <a:latin typeface="Arial"/>
                <a:ea typeface="Arial"/>
                <a:cs typeface="Arial"/>
              </a:defRPr>
            </a:lvl2pPr>
            <a:lvl3pPr algn="l">
              <a:defRPr sz="1875" b="0">
                <a:solidFill>
                  <a:srgbClr val="53697A"/>
                </a:solidFill>
                <a:latin typeface="Arial"/>
                <a:ea typeface="Arial"/>
                <a:cs typeface="Arial"/>
              </a:defRPr>
            </a:lvl3pPr>
            <a:lvl4pPr algn="l">
              <a:defRPr sz="1875" b="0">
                <a:solidFill>
                  <a:srgbClr val="53697A"/>
                </a:solidFill>
                <a:latin typeface="Arial"/>
                <a:ea typeface="Arial"/>
                <a:cs typeface="Arial"/>
              </a:defRPr>
            </a:lvl4pPr>
            <a:lvl5pPr algn="l">
              <a:defRPr sz="1875" b="0">
                <a:solidFill>
                  <a:srgbClr val="53697A"/>
                </a:solidFill>
                <a:latin typeface="Arial"/>
                <a:ea typeface="Arial"/>
                <a:cs typeface="Arial"/>
              </a:defRPr>
            </a:lvl5pPr>
            <a:lvl6pPr algn="l">
              <a:defRPr sz="1875" b="0">
                <a:solidFill>
                  <a:srgbClr val="53697A"/>
                </a:solidFill>
                <a:latin typeface="Arial"/>
                <a:ea typeface="Arial"/>
                <a:cs typeface="Arial"/>
              </a:defRPr>
            </a:lvl6pPr>
            <a:lvl7pPr algn="l">
              <a:defRPr sz="1875" b="0">
                <a:solidFill>
                  <a:srgbClr val="53697A"/>
                </a:solidFill>
                <a:latin typeface="Arial"/>
                <a:ea typeface="Arial"/>
                <a:cs typeface="Arial"/>
              </a:defRPr>
            </a:lvl7pPr>
            <a:lvl8pPr algn="l">
              <a:defRPr sz="1875" b="0">
                <a:solidFill>
                  <a:srgbClr val="53697A"/>
                </a:solidFill>
                <a:latin typeface="Arial"/>
                <a:ea typeface="Arial"/>
                <a:cs typeface="Arial"/>
              </a:defRPr>
            </a:lvl8pPr>
            <a:lvl9pPr algn="l">
              <a:defRPr sz="1875" b="0">
                <a:solidFill>
                  <a:srgbClr val="53697A"/>
                </a:solidFill>
                <a:latin typeface="Arial"/>
                <a:ea typeface="Arial"/>
                <a:cs typeface="Arial"/>
              </a:defRPr>
            </a:lvl9pPr>
          </a:lstStyle>
          <a:p xmlns:a="http://schemas.openxmlformats.org/drawingml/2006/main">
            <a:pPr algn="l">
              <a:defRPr sz="1875" b="0">
                <a:solidFill>
                  <a:srgbClr val="53697A"/>
                </a:solidFill>
                <a:latin typeface="Arial"/>
                <a:ea typeface="Arial"/>
                <a:cs typeface="Arial"/>
              </a:defRPr>
            </a:pPr>
            <a:r>
              <a:rPr sz="1875" b="0">
                <a:solidFill>
                  <a:srgbClr val="53697A"/>
                </a:solidFill>
                <a:latin typeface="Arial"/>
                <a:ea typeface="Arial"/>
                <a:cs typeface="Arial"/>
              </a:rPr>
              <a:t>Schemas and allowlists constrain</a:t>
            </a:r>
          </a:p>
          <a:p xmlns:a="http://schemas.openxmlformats.org/drawingml/2006/main">
            <a:pPr algn="l">
              <a:defRPr sz="1875" b="0">
                <a:solidFill>
                  <a:srgbClr val="53697A"/>
                </a:solidFill>
                <a:latin typeface="Arial"/>
                <a:ea typeface="Arial"/>
                <a:cs typeface="Arial"/>
              </a:defRPr>
            </a:pPr>
            <a:r>
              <a:rPr sz="1875" b="0">
                <a:solidFill>
                  <a:srgbClr val="53697A"/>
                </a:solidFill>
                <a:latin typeface="Arial"/>
                <a:ea typeface="Arial"/>
                <a:cs typeface="Arial"/>
              </a:rPr>
              <a:t>each specialist’s execution.</a:t>
            </a:r>
          </a:p>
        </p:txBody>
      </p:sp>
      <p:sp>
        <p:nvSpPr>
          <p:cNvPr id="28" name="Only needed agents run">
            <a:extLst xmlns:a="http://schemas.openxmlformats.org/drawingml/2006/main">
              <a:ext uri="{FF2B5EF4-FFF2-40B4-BE49-F238E27FC236}">
                <a16:creationId xmlns:a16="http://schemas.microsoft.com/office/drawing/2014/main" id="{97448B23-E243-4F30-AAA0-1A5FC6C23536}"/>
              </a:ext>
            </a:extLst>
          </p:cNvPr>
          <p:cNvSpPr>
            <a:spLocks xmlns:a="http://schemas.openxmlformats.org/drawingml/2006/main" noGrp="1"/>
          </p:cNvSpPr>
          <p:nvPr/>
        </p:nvSpPr>
        <p:spPr>
          <a:xfrm xmlns:a="http://schemas.openxmlformats.org/drawingml/2006/main">
            <a:off x="10287000" y="7267575"/>
            <a:ext cx="4286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102D45"/>
                </a:solidFill>
                <a:latin typeface="Arial"/>
                <a:ea typeface="Arial"/>
                <a:cs typeface="Arial"/>
              </a:defRPr>
            </a:defPPr>
            <a:lvl1pPr algn="l">
              <a:defRPr sz="2025" b="1">
                <a:solidFill>
                  <a:srgbClr val="102D45"/>
                </a:solidFill>
                <a:latin typeface="Arial"/>
                <a:ea typeface="Arial"/>
                <a:cs typeface="Arial"/>
              </a:defRPr>
            </a:lvl1pPr>
            <a:lvl2pPr algn="l">
              <a:defRPr sz="2025" b="1">
                <a:solidFill>
                  <a:srgbClr val="102D45"/>
                </a:solidFill>
                <a:latin typeface="Arial"/>
                <a:ea typeface="Arial"/>
                <a:cs typeface="Arial"/>
              </a:defRPr>
            </a:lvl2pPr>
            <a:lvl3pPr algn="l">
              <a:defRPr sz="2025" b="1">
                <a:solidFill>
                  <a:srgbClr val="102D45"/>
                </a:solidFill>
                <a:latin typeface="Arial"/>
                <a:ea typeface="Arial"/>
                <a:cs typeface="Arial"/>
              </a:defRPr>
            </a:lvl3pPr>
            <a:lvl4pPr algn="l">
              <a:defRPr sz="2025" b="1">
                <a:solidFill>
                  <a:srgbClr val="102D45"/>
                </a:solidFill>
                <a:latin typeface="Arial"/>
                <a:ea typeface="Arial"/>
                <a:cs typeface="Arial"/>
              </a:defRPr>
            </a:lvl4pPr>
            <a:lvl5pPr algn="l">
              <a:defRPr sz="2025" b="1">
                <a:solidFill>
                  <a:srgbClr val="102D45"/>
                </a:solidFill>
                <a:latin typeface="Arial"/>
                <a:ea typeface="Arial"/>
                <a:cs typeface="Arial"/>
              </a:defRPr>
            </a:lvl5pPr>
            <a:lvl6pPr algn="l">
              <a:defRPr sz="2025" b="1">
                <a:solidFill>
                  <a:srgbClr val="102D45"/>
                </a:solidFill>
                <a:latin typeface="Arial"/>
                <a:ea typeface="Arial"/>
                <a:cs typeface="Arial"/>
              </a:defRPr>
            </a:lvl6pPr>
            <a:lvl7pPr algn="l">
              <a:defRPr sz="2025" b="1">
                <a:solidFill>
                  <a:srgbClr val="102D45"/>
                </a:solidFill>
                <a:latin typeface="Arial"/>
                <a:ea typeface="Arial"/>
                <a:cs typeface="Arial"/>
              </a:defRPr>
            </a:lvl7pPr>
            <a:lvl8pPr algn="l">
              <a:defRPr sz="2025" b="1">
                <a:solidFill>
                  <a:srgbClr val="102D45"/>
                </a:solidFill>
                <a:latin typeface="Arial"/>
                <a:ea typeface="Arial"/>
                <a:cs typeface="Arial"/>
              </a:defRPr>
            </a:lvl8pPr>
            <a:lvl9pPr algn="l">
              <a:defRPr sz="2025" b="1">
                <a:solidFill>
                  <a:srgbClr val="102D45"/>
                </a:solidFill>
                <a:latin typeface="Arial"/>
                <a:ea typeface="Arial"/>
                <a:cs typeface="Arial"/>
              </a:defRPr>
            </a:lvl9pPr>
          </a:lstStyle>
          <a:p xmlns:a="http://schemas.openxmlformats.org/drawingml/2006/main">
            <a:pPr algn="l">
              <a:defRPr sz="2025" b="1">
                <a:solidFill>
                  <a:srgbClr val="102D45"/>
                </a:solidFill>
                <a:latin typeface="Arial"/>
                <a:ea typeface="Arial"/>
                <a:cs typeface="Arial"/>
              </a:defRPr>
            </a:pPr>
            <a:r>
              <a:rPr sz="2025" b="1">
                <a:solidFill>
                  <a:srgbClr val="102D45"/>
                </a:solidFill>
                <a:latin typeface="Arial"/>
                <a:ea typeface="Arial"/>
                <a:cs typeface="Arial"/>
              </a:rPr>
              <a:t>Only needed agents run</a:t>
            </a:r>
          </a:p>
        </p:txBody>
      </p:sp>
      <p:sp>
        <p:nvSpPr>
          <p:cNvPr id="29" name="The shared gateway supplies scoped evidence. Validation can&#10;">
            <a:extLst xmlns:a="http://schemas.openxmlformats.org/drawingml/2006/main">
              <a:ext uri="{FF2B5EF4-FFF2-40B4-BE49-F238E27FC236}">
                <a16:creationId xmlns:a16="http://schemas.microsoft.com/office/drawing/2014/main" id="{F8A0391B-0ECA-4819-96DC-1BBD10A7AE3E}"/>
              </a:ext>
            </a:extLst>
          </p:cNvPr>
          <p:cNvSpPr>
            <a:spLocks xmlns:a="http://schemas.openxmlformats.org/drawingml/2006/main" noGrp="1"/>
          </p:cNvSpPr>
          <p:nvPr/>
        </p:nvSpPr>
        <p:spPr>
          <a:xfrm xmlns:a="http://schemas.openxmlformats.org/drawingml/2006/main">
            <a:off x="666750" y="7000875"/>
            <a:ext cx="9048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53697A"/>
                </a:solidFill>
                <a:latin typeface="Arial"/>
                <a:ea typeface="Arial"/>
                <a:cs typeface="Arial"/>
              </a:defRPr>
            </a:defPPr>
            <a:lvl1pPr algn="l">
              <a:defRPr sz="2025" b="0">
                <a:solidFill>
                  <a:srgbClr val="53697A"/>
                </a:solidFill>
                <a:latin typeface="Arial"/>
                <a:ea typeface="Arial"/>
                <a:cs typeface="Arial"/>
              </a:defRPr>
            </a:lvl1pPr>
            <a:lvl2pPr algn="l">
              <a:defRPr sz="2025" b="0">
                <a:solidFill>
                  <a:srgbClr val="53697A"/>
                </a:solidFill>
                <a:latin typeface="Arial"/>
                <a:ea typeface="Arial"/>
                <a:cs typeface="Arial"/>
              </a:defRPr>
            </a:lvl2pPr>
            <a:lvl3pPr algn="l">
              <a:defRPr sz="2025" b="0">
                <a:solidFill>
                  <a:srgbClr val="53697A"/>
                </a:solidFill>
                <a:latin typeface="Arial"/>
                <a:ea typeface="Arial"/>
                <a:cs typeface="Arial"/>
              </a:defRPr>
            </a:lvl3pPr>
            <a:lvl4pPr algn="l">
              <a:defRPr sz="2025" b="0">
                <a:solidFill>
                  <a:srgbClr val="53697A"/>
                </a:solidFill>
                <a:latin typeface="Arial"/>
                <a:ea typeface="Arial"/>
                <a:cs typeface="Arial"/>
              </a:defRPr>
            </a:lvl4pPr>
            <a:lvl5pPr algn="l">
              <a:defRPr sz="2025" b="0">
                <a:solidFill>
                  <a:srgbClr val="53697A"/>
                </a:solidFill>
                <a:latin typeface="Arial"/>
                <a:ea typeface="Arial"/>
                <a:cs typeface="Arial"/>
              </a:defRPr>
            </a:lvl5pPr>
            <a:lvl6pPr algn="l">
              <a:defRPr sz="2025" b="0">
                <a:solidFill>
                  <a:srgbClr val="53697A"/>
                </a:solidFill>
                <a:latin typeface="Arial"/>
                <a:ea typeface="Arial"/>
                <a:cs typeface="Arial"/>
              </a:defRPr>
            </a:lvl6pPr>
            <a:lvl7pPr algn="l">
              <a:defRPr sz="2025" b="0">
                <a:solidFill>
                  <a:srgbClr val="53697A"/>
                </a:solidFill>
                <a:latin typeface="Arial"/>
                <a:ea typeface="Arial"/>
                <a:cs typeface="Arial"/>
              </a:defRPr>
            </a:lvl7pPr>
            <a:lvl8pPr algn="l">
              <a:defRPr sz="2025" b="0">
                <a:solidFill>
                  <a:srgbClr val="53697A"/>
                </a:solidFill>
                <a:latin typeface="Arial"/>
                <a:ea typeface="Arial"/>
                <a:cs typeface="Arial"/>
              </a:defRPr>
            </a:lvl8pPr>
            <a:lvl9pPr algn="l">
              <a:defRPr sz="2025" b="0">
                <a:solidFill>
                  <a:srgbClr val="53697A"/>
                </a:solidFill>
                <a:latin typeface="Arial"/>
                <a:ea typeface="Arial"/>
                <a:cs typeface="Arial"/>
              </a:defRPr>
            </a:lvl9pPr>
          </a:lstStyle>
          <a:p xmlns:a="http://schemas.openxmlformats.org/drawingml/2006/main">
            <a:pPr algn="l">
              <a:defRPr sz="2025" b="0">
                <a:solidFill>
                  <a:srgbClr val="53697A"/>
                </a:solidFill>
                <a:latin typeface="Arial"/>
                <a:ea typeface="Arial"/>
                <a:cs typeface="Arial"/>
              </a:defRPr>
            </a:pPr>
            <a:r>
              <a:rPr sz="2025" b="0">
                <a:solidFill>
                  <a:srgbClr val="53697A"/>
                </a:solidFill>
                <a:latin typeface="Arial"/>
                <a:ea typeface="Arial"/>
                <a:cs typeface="Arial"/>
              </a:rPr>
              <a:t>The shared gateway supplies scoped evidence. Validation can</a:t>
            </a:r>
          </a:p>
          <a:p xmlns:a="http://schemas.openxmlformats.org/drawingml/2006/main">
            <a:pPr algn="l">
              <a:defRPr sz="2025" b="0">
                <a:solidFill>
                  <a:srgbClr val="53697A"/>
                </a:solidFill>
                <a:latin typeface="Arial"/>
                <a:ea typeface="Arial"/>
                <a:cs typeface="Arial"/>
              </a:defRPr>
            </a:pPr>
            <a:r>
              <a:rPr sz="2025" b="0">
                <a:solidFill>
                  <a:srgbClr val="53697A"/>
                </a:solidFill>
                <a:latin typeface="Arial"/>
                <a:ea typeface="Arial"/>
                <a:cs typeface="Arial"/>
              </a:rPr>
              <a:t>request a bounded revision before the current plan returns.</a:t>
            </a:r>
          </a:p>
        </p:txBody>
      </p:sp>
    </p:spTree>
    <p:extLst>
      <p:ext uri="{BB962C8B-B14F-4D97-AF65-F5344CB8AC3E}">
        <p14:creationId xmlns:p14="http://schemas.microsoft.com/office/powerpoint/2010/main" val="1176315742"/>
      </p:ext>
    </p:extLst>
  </p:cSld>
</p:sld>
</file>

<file path=ppt/slides/slide5.xml><?xml version="1.0" encoding="utf-8"?>
<p:sld xmlns:p="http://schemas.openxmlformats.org/presentationml/2006/main">
  <p:cSld>
    <p:bg>
      <p:bgPr>
        <a:solidFill xmlns:a="http://schemas.openxmlformats.org/drawingml/2006/main">
          <a:srgbClr val="FAF7F0"/>
        </a:solidFill>
      </p:bgPr>
    </p:bg>
    <p:spTree>
      <p:nvGrpSpPr>
        <p:cNvPr id="1" name=""/>
        <p:cNvGrpSpPr/>
        <p:nvPr/>
      </p:nvGrpSpPr>
      <p:grpSpPr>
        <a:xfrm xmlns:a="http://schemas.openxmlformats.org/drawingml/2006/main"/>
      </p:grpSpPr>
      <p:cxnSp>
        <p:nvCxnSpPr>
          <p:cNvPr id="14" name="">
            <a:extLst xmlns:a="http://schemas.openxmlformats.org/drawingml/2006/main">
              <a:ext uri="{FF2B5EF4-FFF2-40B4-BE49-F238E27FC236}">
                <a16:creationId xmlns:a16="http://schemas.microsoft.com/office/drawing/2014/main" id="{4BA41933-6CF0-458A-BE4B-51CD24160764}"/>
              </a:ext>
            </a:extLst>
          </p:cNvPr>
          <p:cNvCxnSpPr>
            <a:stCxn xmlns:a="http://schemas.openxmlformats.org/drawingml/2006/main" id="11" idx="2"/>
            <a:endCxn xmlns:a="http://schemas.openxmlformats.org/drawingml/2006/main" id="13" idx="0"/>
          </p:cNvCxnSpPr>
          <p:nvPr/>
        </p:nvCxnSpPr>
        <p:spPr>
          <a:xfrm xmlns:a="http://schemas.openxmlformats.org/drawingml/2006/main">
            <a:off x="12311063" y="6115050"/>
            <a:ext cx="0" cy="238125"/>
          </a:xfrm>
          <a:prstGeom xmlns:a="http://schemas.openxmlformats.org/drawingml/2006/main" prst="straightConnector1">
            <a:avLst/>
          </a:prstGeom>
          <a:ln xmlns:a="http://schemas.openxmlformats.org/drawingml/2006/main" w="20955">
            <a:solidFill>
              <a:srgbClr val="EF7930"/>
            </a:solidFill>
            <a:prstDash val="solid"/>
            <a:tailEnd type="triangle" w="med" len="med"/>
          </a:ln>
        </p:spPr>
      </p:cxnSp>
      <p:cxnSp>
        <p:nvCxnSpPr>
          <p:cNvPr id="12" name="">
            <a:extLst xmlns:a="http://schemas.openxmlformats.org/drawingml/2006/main">
              <a:ext uri="{FF2B5EF4-FFF2-40B4-BE49-F238E27FC236}">
                <a16:creationId xmlns:a16="http://schemas.microsoft.com/office/drawing/2014/main" id="{4C47B3FB-1679-4B75-B21E-7087FF78FD40}"/>
              </a:ext>
            </a:extLst>
          </p:cNvPr>
          <p:cNvCxnSpPr>
            <a:stCxn xmlns:a="http://schemas.openxmlformats.org/drawingml/2006/main" id="9" idx="2"/>
            <a:endCxn xmlns:a="http://schemas.openxmlformats.org/drawingml/2006/main" id="11" idx="0"/>
          </p:cNvCxnSpPr>
          <p:nvPr/>
        </p:nvCxnSpPr>
        <p:spPr>
          <a:xfrm xmlns:a="http://schemas.openxmlformats.org/drawingml/2006/main">
            <a:off x="12311063" y="4924425"/>
            <a:ext cx="0" cy="238125"/>
          </a:xfrm>
          <a:prstGeom xmlns:a="http://schemas.openxmlformats.org/drawingml/2006/main" prst="straightConnector1">
            <a:avLst/>
          </a:prstGeom>
          <a:ln xmlns:a="http://schemas.openxmlformats.org/drawingml/2006/main" w="20955">
            <a:solidFill>
              <a:srgbClr val="EF7930"/>
            </a:solidFill>
            <a:prstDash val="solid"/>
            <a:tailEnd type="triangle" w="med" len="med"/>
          </a:ln>
        </p:spPr>
      </p:cxnSp>
      <p:cxnSp>
        <p:nvCxnSpPr>
          <p:cNvPr id="10" name="">
            <a:extLst xmlns:a="http://schemas.openxmlformats.org/drawingml/2006/main">
              <a:ext uri="{FF2B5EF4-FFF2-40B4-BE49-F238E27FC236}">
                <a16:creationId xmlns:a16="http://schemas.microsoft.com/office/drawing/2014/main" id="{F4CF0406-0156-4EA6-973A-8CA2F7C10027}"/>
              </a:ext>
            </a:extLst>
          </p:cNvPr>
          <p:cNvCxnSpPr>
            <a:stCxn xmlns:a="http://schemas.openxmlformats.org/drawingml/2006/main" id="8" idx="2"/>
            <a:endCxn xmlns:a="http://schemas.openxmlformats.org/drawingml/2006/main" id="9" idx="0"/>
          </p:cNvCxnSpPr>
          <p:nvPr/>
        </p:nvCxnSpPr>
        <p:spPr>
          <a:xfrm xmlns:a="http://schemas.openxmlformats.org/drawingml/2006/main">
            <a:off x="12311063" y="3733800"/>
            <a:ext cx="0" cy="238125"/>
          </a:xfrm>
          <a:prstGeom xmlns:a="http://schemas.openxmlformats.org/drawingml/2006/main" prst="straightConnector1">
            <a:avLst/>
          </a:prstGeom>
          <a:ln xmlns:a="http://schemas.openxmlformats.org/drawingml/2006/main" w="20955">
            <a:solidFill>
              <a:srgbClr val="EF7930"/>
            </a:solidFill>
            <a:prstDash val="solid"/>
            <a:tailEnd type="triangle" w="med" len="med"/>
          </a:ln>
        </p:spPr>
      </p:cxnSp>
      <p:sp>
        <p:nvSpPr>
          <p:cNvPr id="15" name="Accepted changes invalidate dependent work">
            <a:extLst xmlns:a="http://schemas.openxmlformats.org/drawingml/2006/main">
              <a:ext uri="{FF2B5EF4-FFF2-40B4-BE49-F238E27FC236}">
                <a16:creationId xmlns:a16="http://schemas.microsoft.com/office/drawing/2014/main" id="{FA0D283B-A00D-4B1D-866D-4CB6DF3F41B6}"/>
              </a:ext>
            </a:extLst>
          </p:cNvPr>
          <p:cNvSpPr>
            <a:spLocks xmlns:a="http://schemas.openxmlformats.org/drawingml/2006/main" noGrp="1"/>
          </p:cNvSpPr>
          <p:nvPr/>
        </p:nvSpPr>
        <p:spPr>
          <a:xfrm xmlns:a="http://schemas.openxmlformats.org/drawingml/2006/main">
            <a:off x="666750" y="571500"/>
            <a:ext cx="139065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750" b="1">
                <a:solidFill>
                  <a:srgbClr val="102D45"/>
                </a:solidFill>
                <a:latin typeface="Arial"/>
                <a:ea typeface="Arial"/>
                <a:cs typeface="Arial"/>
              </a:defRPr>
            </a:defPPr>
            <a:lvl1pPr algn="l">
              <a:defRPr sz="3750" b="1">
                <a:solidFill>
                  <a:srgbClr val="102D45"/>
                </a:solidFill>
                <a:latin typeface="Arial"/>
                <a:ea typeface="Arial"/>
                <a:cs typeface="Arial"/>
              </a:defRPr>
            </a:lvl1pPr>
            <a:lvl2pPr algn="l">
              <a:defRPr sz="3750" b="1">
                <a:solidFill>
                  <a:srgbClr val="102D45"/>
                </a:solidFill>
                <a:latin typeface="Arial"/>
                <a:ea typeface="Arial"/>
                <a:cs typeface="Arial"/>
              </a:defRPr>
            </a:lvl2pPr>
            <a:lvl3pPr algn="l">
              <a:defRPr sz="3750" b="1">
                <a:solidFill>
                  <a:srgbClr val="102D45"/>
                </a:solidFill>
                <a:latin typeface="Arial"/>
                <a:ea typeface="Arial"/>
                <a:cs typeface="Arial"/>
              </a:defRPr>
            </a:lvl3pPr>
            <a:lvl4pPr algn="l">
              <a:defRPr sz="3750" b="1">
                <a:solidFill>
                  <a:srgbClr val="102D45"/>
                </a:solidFill>
                <a:latin typeface="Arial"/>
                <a:ea typeface="Arial"/>
                <a:cs typeface="Arial"/>
              </a:defRPr>
            </a:lvl4pPr>
            <a:lvl5pPr algn="l">
              <a:defRPr sz="3750" b="1">
                <a:solidFill>
                  <a:srgbClr val="102D45"/>
                </a:solidFill>
                <a:latin typeface="Arial"/>
                <a:ea typeface="Arial"/>
                <a:cs typeface="Arial"/>
              </a:defRPr>
            </a:lvl5pPr>
            <a:lvl6pPr algn="l">
              <a:defRPr sz="3750" b="1">
                <a:solidFill>
                  <a:srgbClr val="102D45"/>
                </a:solidFill>
                <a:latin typeface="Arial"/>
                <a:ea typeface="Arial"/>
                <a:cs typeface="Arial"/>
              </a:defRPr>
            </a:lvl6pPr>
            <a:lvl7pPr algn="l">
              <a:defRPr sz="3750" b="1">
                <a:solidFill>
                  <a:srgbClr val="102D45"/>
                </a:solidFill>
                <a:latin typeface="Arial"/>
                <a:ea typeface="Arial"/>
                <a:cs typeface="Arial"/>
              </a:defRPr>
            </a:lvl7pPr>
            <a:lvl8pPr algn="l">
              <a:defRPr sz="3750" b="1">
                <a:solidFill>
                  <a:srgbClr val="102D45"/>
                </a:solidFill>
                <a:latin typeface="Arial"/>
                <a:ea typeface="Arial"/>
                <a:cs typeface="Arial"/>
              </a:defRPr>
            </a:lvl8pPr>
            <a:lvl9pPr algn="l">
              <a:defRPr sz="3750" b="1">
                <a:solidFill>
                  <a:srgbClr val="102D45"/>
                </a:solidFill>
                <a:latin typeface="Arial"/>
                <a:ea typeface="Arial"/>
                <a:cs typeface="Arial"/>
              </a:defRPr>
            </a:lvl9pPr>
          </a:lstStyle>
          <a:p xmlns:a="http://schemas.openxmlformats.org/drawingml/2006/main">
            <a:pPr algn="l">
              <a:defRPr sz="3750" b="1">
                <a:solidFill>
                  <a:srgbClr val="102D45"/>
                </a:solidFill>
                <a:latin typeface="Arial"/>
                <a:ea typeface="Arial"/>
                <a:cs typeface="Arial"/>
              </a:defRPr>
            </a:pPr>
            <a:r>
              <a:rPr sz="3750" b="1">
                <a:solidFill>
                  <a:srgbClr val="102D45"/>
                </a:solidFill>
                <a:latin typeface="Arial"/>
                <a:ea typeface="Arial"/>
                <a:cs typeface="Arial"/>
              </a:rPr>
              <a:t>Accepted changes invalidate dependent work</a:t>
            </a:r>
          </a:p>
        </p:txBody>
      </p:sp>
      <p:sp>
        <p:nvSpPr>
          <p:cNvPr id="2" name="">
            <a:extLst xmlns:a="http://schemas.openxmlformats.org/drawingml/2006/main">
              <a:ext uri="{FF2B5EF4-FFF2-40B4-BE49-F238E27FC236}">
                <a16:creationId xmlns:a16="http://schemas.microsoft.com/office/drawing/2014/main" id="{8B5880D3-B589-4551-AC85-303B7BBFBABD}"/>
              </a:ext>
            </a:extLst>
          </p:cNvPr>
          <p:cNvSpPr>
            <a:spLocks xmlns:a="http://schemas.openxmlformats.org/drawingml/2006/main" noGrp="1"/>
          </p:cNvSpPr>
          <p:nvPr/>
        </p:nvSpPr>
        <p:spPr>
          <a:xfrm xmlns:a="http://schemas.openxmlformats.org/drawingml/2006/main">
            <a:off x="666750" y="7905750"/>
            <a:ext cx="13906500" cy="0"/>
          </a:xfrm>
          <a:prstGeom xmlns:a="http://schemas.openxmlformats.org/drawingml/2006/main" prst="line">
            <a:avLst/>
          </a:prstGeom>
          <a:ln xmlns:a="http://schemas.openxmlformats.org/drawingml/2006/main" w="13335">
            <a:solidFill>
              <a:srgbClr val="C9D3DA"/>
            </a:solidFill>
          </a:ln>
        </p:spPr>
      </p:sp>
      <p:sp>
        <p:nvSpPr>
          <p:cNvPr id="3" name="UNSTOPPABLE 4s">
            <a:extLst xmlns:a="http://schemas.openxmlformats.org/drawingml/2006/main">
              <a:ext uri="{FF2B5EF4-FFF2-40B4-BE49-F238E27FC236}">
                <a16:creationId xmlns:a16="http://schemas.microsoft.com/office/drawing/2014/main" id="{25719A27-4E83-40BB-A7BC-F4629E3BBAF8}"/>
              </a:ext>
            </a:extLst>
          </p:cNvPr>
          <p:cNvSpPr>
            <a:spLocks xmlns:a="http://schemas.openxmlformats.org/drawingml/2006/main" noGrp="1"/>
          </p:cNvSpPr>
          <p:nvPr/>
        </p:nvSpPr>
        <p:spPr>
          <a:xfrm xmlns:a="http://schemas.openxmlformats.org/drawingml/2006/main">
            <a:off x="666750" y="8096250"/>
            <a:ext cx="5334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1">
                <a:solidFill>
                  <a:srgbClr val="53697A"/>
                </a:solidFill>
                <a:latin typeface="Arial"/>
                <a:ea typeface="Arial"/>
                <a:cs typeface="Arial"/>
              </a:defRPr>
            </a:defPPr>
            <a:lvl1pPr algn="l">
              <a:defRPr sz="1275" b="1">
                <a:solidFill>
                  <a:srgbClr val="53697A"/>
                </a:solidFill>
                <a:latin typeface="Arial"/>
                <a:ea typeface="Arial"/>
                <a:cs typeface="Arial"/>
              </a:defRPr>
            </a:lvl1pPr>
            <a:lvl2pPr algn="l">
              <a:defRPr sz="1275" b="1">
                <a:solidFill>
                  <a:srgbClr val="53697A"/>
                </a:solidFill>
                <a:latin typeface="Arial"/>
                <a:ea typeface="Arial"/>
                <a:cs typeface="Arial"/>
              </a:defRPr>
            </a:lvl2pPr>
            <a:lvl3pPr algn="l">
              <a:defRPr sz="1275" b="1">
                <a:solidFill>
                  <a:srgbClr val="53697A"/>
                </a:solidFill>
                <a:latin typeface="Arial"/>
                <a:ea typeface="Arial"/>
                <a:cs typeface="Arial"/>
              </a:defRPr>
            </a:lvl3pPr>
            <a:lvl4pPr algn="l">
              <a:defRPr sz="1275" b="1">
                <a:solidFill>
                  <a:srgbClr val="53697A"/>
                </a:solidFill>
                <a:latin typeface="Arial"/>
                <a:ea typeface="Arial"/>
                <a:cs typeface="Arial"/>
              </a:defRPr>
            </a:lvl4pPr>
            <a:lvl5pPr algn="l">
              <a:defRPr sz="1275" b="1">
                <a:solidFill>
                  <a:srgbClr val="53697A"/>
                </a:solidFill>
                <a:latin typeface="Arial"/>
                <a:ea typeface="Arial"/>
                <a:cs typeface="Arial"/>
              </a:defRPr>
            </a:lvl5pPr>
            <a:lvl6pPr algn="l">
              <a:defRPr sz="1275" b="1">
                <a:solidFill>
                  <a:srgbClr val="53697A"/>
                </a:solidFill>
                <a:latin typeface="Arial"/>
                <a:ea typeface="Arial"/>
                <a:cs typeface="Arial"/>
              </a:defRPr>
            </a:lvl6pPr>
            <a:lvl7pPr algn="l">
              <a:defRPr sz="1275" b="1">
                <a:solidFill>
                  <a:srgbClr val="53697A"/>
                </a:solidFill>
                <a:latin typeface="Arial"/>
                <a:ea typeface="Arial"/>
                <a:cs typeface="Arial"/>
              </a:defRPr>
            </a:lvl7pPr>
            <a:lvl8pPr algn="l">
              <a:defRPr sz="1275" b="1">
                <a:solidFill>
                  <a:srgbClr val="53697A"/>
                </a:solidFill>
                <a:latin typeface="Arial"/>
                <a:ea typeface="Arial"/>
                <a:cs typeface="Arial"/>
              </a:defRPr>
            </a:lvl8pPr>
            <a:lvl9pPr algn="l">
              <a:defRPr sz="1275" b="1">
                <a:solidFill>
                  <a:srgbClr val="53697A"/>
                </a:solidFill>
                <a:latin typeface="Arial"/>
                <a:ea typeface="Arial"/>
                <a:cs typeface="Arial"/>
              </a:defRPr>
            </a:lvl9pPr>
          </a:lstStyle>
          <a:p xmlns:a="http://schemas.openxmlformats.org/drawingml/2006/main">
            <a:pPr algn="l">
              <a:defRPr sz="1275" b="1">
                <a:solidFill>
                  <a:srgbClr val="53697A"/>
                </a:solidFill>
                <a:latin typeface="Arial"/>
                <a:ea typeface="Arial"/>
                <a:cs typeface="Arial"/>
              </a:defRPr>
            </a:pPr>
            <a:r>
              <a:rPr sz="1275" b="1">
                <a:solidFill>
                  <a:srgbClr val="53697A"/>
                </a:solidFill>
                <a:latin typeface="Arial"/>
                <a:ea typeface="Arial"/>
                <a:cs typeface="Arial"/>
              </a:rPr>
              <a:t>UNSTOPPABLE 4s</a:t>
            </a:r>
          </a:p>
        </p:txBody>
      </p:sp>
      <p:sp>
        <p:nvSpPr>
          <p:cNvPr id="4" name="05 / 08">
            <a:extLst xmlns:a="http://schemas.openxmlformats.org/drawingml/2006/main">
              <a:ext uri="{FF2B5EF4-FFF2-40B4-BE49-F238E27FC236}">
                <a16:creationId xmlns:a16="http://schemas.microsoft.com/office/drawing/2014/main" id="{C6486193-43E0-4900-859A-D1DB0C3B12A4}"/>
              </a:ext>
            </a:extLst>
          </p:cNvPr>
          <p:cNvSpPr>
            <a:spLocks xmlns:a="http://schemas.openxmlformats.org/drawingml/2006/main" noGrp="1"/>
          </p:cNvSpPr>
          <p:nvPr/>
        </p:nvSpPr>
        <p:spPr>
          <a:xfrm xmlns:a="http://schemas.openxmlformats.org/drawingml/2006/main">
            <a:off x="13430250" y="8096250"/>
            <a:ext cx="1143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3697A"/>
                </a:solidFill>
                <a:latin typeface="Arial"/>
                <a:ea typeface="Arial"/>
                <a:cs typeface="Arial"/>
              </a:defRPr>
            </a:defPPr>
            <a:lvl1pPr algn="r">
              <a:defRPr sz="1275" b="0">
                <a:solidFill>
                  <a:srgbClr val="53697A"/>
                </a:solidFill>
                <a:latin typeface="Arial"/>
                <a:ea typeface="Arial"/>
                <a:cs typeface="Arial"/>
              </a:defRPr>
            </a:lvl1pPr>
            <a:lvl2pPr algn="r">
              <a:defRPr sz="1275" b="0">
                <a:solidFill>
                  <a:srgbClr val="53697A"/>
                </a:solidFill>
                <a:latin typeface="Arial"/>
                <a:ea typeface="Arial"/>
                <a:cs typeface="Arial"/>
              </a:defRPr>
            </a:lvl2pPr>
            <a:lvl3pPr algn="r">
              <a:defRPr sz="1275" b="0">
                <a:solidFill>
                  <a:srgbClr val="53697A"/>
                </a:solidFill>
                <a:latin typeface="Arial"/>
                <a:ea typeface="Arial"/>
                <a:cs typeface="Arial"/>
              </a:defRPr>
            </a:lvl3pPr>
            <a:lvl4pPr algn="r">
              <a:defRPr sz="1275" b="0">
                <a:solidFill>
                  <a:srgbClr val="53697A"/>
                </a:solidFill>
                <a:latin typeface="Arial"/>
                <a:ea typeface="Arial"/>
                <a:cs typeface="Arial"/>
              </a:defRPr>
            </a:lvl4pPr>
            <a:lvl5pPr algn="r">
              <a:defRPr sz="1275" b="0">
                <a:solidFill>
                  <a:srgbClr val="53697A"/>
                </a:solidFill>
                <a:latin typeface="Arial"/>
                <a:ea typeface="Arial"/>
                <a:cs typeface="Arial"/>
              </a:defRPr>
            </a:lvl5pPr>
            <a:lvl6pPr algn="r">
              <a:defRPr sz="1275" b="0">
                <a:solidFill>
                  <a:srgbClr val="53697A"/>
                </a:solidFill>
                <a:latin typeface="Arial"/>
                <a:ea typeface="Arial"/>
                <a:cs typeface="Arial"/>
              </a:defRPr>
            </a:lvl6pPr>
            <a:lvl7pPr algn="r">
              <a:defRPr sz="1275" b="0">
                <a:solidFill>
                  <a:srgbClr val="53697A"/>
                </a:solidFill>
                <a:latin typeface="Arial"/>
                <a:ea typeface="Arial"/>
                <a:cs typeface="Arial"/>
              </a:defRPr>
            </a:lvl7pPr>
            <a:lvl8pPr algn="r">
              <a:defRPr sz="1275" b="0">
                <a:solidFill>
                  <a:srgbClr val="53697A"/>
                </a:solidFill>
                <a:latin typeface="Arial"/>
                <a:ea typeface="Arial"/>
                <a:cs typeface="Arial"/>
              </a:defRPr>
            </a:lvl8pPr>
            <a:lvl9pPr algn="r">
              <a:defRPr sz="1275" b="0">
                <a:solidFill>
                  <a:srgbClr val="53697A"/>
                </a:solidFill>
                <a:latin typeface="Arial"/>
                <a:ea typeface="Arial"/>
                <a:cs typeface="Arial"/>
              </a:defRPr>
            </a:lvl9pPr>
          </a:lstStyle>
          <a:p xmlns:a="http://schemas.openxmlformats.org/drawingml/2006/main">
            <a:pPr algn="r">
              <a:defRPr sz="1275" b="0">
                <a:solidFill>
                  <a:srgbClr val="53697A"/>
                </a:solidFill>
                <a:latin typeface="Arial"/>
                <a:ea typeface="Arial"/>
                <a:cs typeface="Arial"/>
              </a:defRPr>
            </a:pPr>
            <a:r>
              <a:rPr sz="1275" b="0">
                <a:solidFill>
                  <a:srgbClr val="53697A"/>
                </a:solidFill>
                <a:latin typeface="Arial"/>
                <a:ea typeface="Arial"/>
                <a:cs typeface="Arial"/>
              </a:rPr>
              <a:t>05 / 08</a:t>
            </a:r>
          </a:p>
        </p:txBody>
      </p:sp>
      <p:sp>
        <p:nvSpPr>
          <p:cNvPr id="5" name="A graph links each plan to the evidence it used">
            <a:extLst xmlns:a="http://schemas.openxmlformats.org/drawingml/2006/main">
              <a:ext uri="{FF2B5EF4-FFF2-40B4-BE49-F238E27FC236}">
                <a16:creationId xmlns:a16="http://schemas.microsoft.com/office/drawing/2014/main" id="{A2D2382B-1AD8-45BE-9494-1B2EB338CE28}"/>
              </a:ext>
            </a:extLst>
          </p:cNvPr>
          <p:cNvSpPr>
            <a:spLocks xmlns:a="http://schemas.openxmlformats.org/drawingml/2006/main" noGrp="1"/>
          </p:cNvSpPr>
          <p:nvPr/>
        </p:nvSpPr>
        <p:spPr>
          <a:xfrm xmlns:a="http://schemas.openxmlformats.org/drawingml/2006/main">
            <a:off x="666750" y="1562100"/>
            <a:ext cx="13811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EF7930"/>
                </a:solidFill>
                <a:latin typeface="Arial"/>
                <a:ea typeface="Arial"/>
                <a:cs typeface="Arial"/>
              </a:defRPr>
            </a:defPPr>
            <a:lvl1pPr algn="l">
              <a:defRPr sz="2250" b="1">
                <a:solidFill>
                  <a:srgbClr val="EF7930"/>
                </a:solidFill>
                <a:latin typeface="Arial"/>
                <a:ea typeface="Arial"/>
                <a:cs typeface="Arial"/>
              </a:defRPr>
            </a:lvl1pPr>
            <a:lvl2pPr algn="l">
              <a:defRPr sz="2250" b="1">
                <a:solidFill>
                  <a:srgbClr val="EF7930"/>
                </a:solidFill>
                <a:latin typeface="Arial"/>
                <a:ea typeface="Arial"/>
                <a:cs typeface="Arial"/>
              </a:defRPr>
            </a:lvl2pPr>
            <a:lvl3pPr algn="l">
              <a:defRPr sz="2250" b="1">
                <a:solidFill>
                  <a:srgbClr val="EF7930"/>
                </a:solidFill>
                <a:latin typeface="Arial"/>
                <a:ea typeface="Arial"/>
                <a:cs typeface="Arial"/>
              </a:defRPr>
            </a:lvl3pPr>
            <a:lvl4pPr algn="l">
              <a:defRPr sz="2250" b="1">
                <a:solidFill>
                  <a:srgbClr val="EF7930"/>
                </a:solidFill>
                <a:latin typeface="Arial"/>
                <a:ea typeface="Arial"/>
                <a:cs typeface="Arial"/>
              </a:defRPr>
            </a:lvl4pPr>
            <a:lvl5pPr algn="l">
              <a:defRPr sz="2250" b="1">
                <a:solidFill>
                  <a:srgbClr val="EF7930"/>
                </a:solidFill>
                <a:latin typeface="Arial"/>
                <a:ea typeface="Arial"/>
                <a:cs typeface="Arial"/>
              </a:defRPr>
            </a:lvl5pPr>
            <a:lvl6pPr algn="l">
              <a:defRPr sz="2250" b="1">
                <a:solidFill>
                  <a:srgbClr val="EF7930"/>
                </a:solidFill>
                <a:latin typeface="Arial"/>
                <a:ea typeface="Arial"/>
                <a:cs typeface="Arial"/>
              </a:defRPr>
            </a:lvl6pPr>
            <a:lvl7pPr algn="l">
              <a:defRPr sz="2250" b="1">
                <a:solidFill>
                  <a:srgbClr val="EF7930"/>
                </a:solidFill>
                <a:latin typeface="Arial"/>
                <a:ea typeface="Arial"/>
                <a:cs typeface="Arial"/>
              </a:defRPr>
            </a:lvl7pPr>
            <a:lvl8pPr algn="l">
              <a:defRPr sz="2250" b="1">
                <a:solidFill>
                  <a:srgbClr val="EF7930"/>
                </a:solidFill>
                <a:latin typeface="Arial"/>
                <a:ea typeface="Arial"/>
                <a:cs typeface="Arial"/>
              </a:defRPr>
            </a:lvl8pPr>
            <a:lvl9pPr algn="l">
              <a:defRPr sz="2250" b="1">
                <a:solidFill>
                  <a:srgbClr val="EF7930"/>
                </a:solidFill>
                <a:latin typeface="Arial"/>
                <a:ea typeface="Arial"/>
                <a:cs typeface="Arial"/>
              </a:defRPr>
            </a:lvl9pPr>
          </a:lstStyle>
          <a:p xmlns:a="http://schemas.openxmlformats.org/drawingml/2006/main">
            <a:pPr algn="l">
              <a:defRPr sz="2250" b="1">
                <a:solidFill>
                  <a:srgbClr val="EF7930"/>
                </a:solidFill>
                <a:latin typeface="Arial"/>
                <a:ea typeface="Arial"/>
                <a:cs typeface="Arial"/>
              </a:defRPr>
            </a:pPr>
            <a:r>
              <a:rPr sz="2250" b="1">
                <a:solidFill>
                  <a:srgbClr val="EF7930"/>
                </a:solidFill>
                <a:latin typeface="Arial"/>
                <a:ea typeface="Arial"/>
                <a:cs typeface="Arial"/>
              </a:rPr>
              <a:t>A graph links each plan to the evidence it used</a:t>
            </a:r>
          </a:p>
        </p:txBody>
      </p:sp>
      <p:pic>
        <p:nvPicPr>
          <p:cNvPr id="6" name="">
            <a:extLst xmlns:a="http://schemas.openxmlformats.org/drawingml/2006/main">
              <a:ext uri="{FF2B5EF4-FFF2-40B4-BE49-F238E27FC236}">
                <a16:creationId xmlns:a16="http://schemas.microsoft.com/office/drawing/2014/main" id="{1BE33696-4E2A-4E37-B590-F0071E2B8512}"/>
              </a:ext>
            </a:extLst>
          </p:cNvPr>
          <p:cNvPicPr>
            <a:picLocks xmlns:a="http://schemas.openxmlformats.org/drawingml/2006/main" noChangeAspect="1"/>
          </p:cNvPicPr>
          <p:nvPr/>
        </p:nvPicPr>
        <p:blipFill>
          <a:blip xmlns:r="http://schemas.openxmlformats.org/officeDocument/2006/relationships" xmlns:a="http://schemas.openxmlformats.org/drawingml/2006/main" r:embed="Re7cae5f34ae04819"/>
          <a:stretch xmlns:a="http://schemas.openxmlformats.org/drawingml/2006/main"/>
        </p:blipFill>
        <p:spPr>
          <a:xfrm xmlns:a="http://schemas.openxmlformats.org/drawingml/2006/main">
            <a:off x="668655" y="2238375"/>
            <a:ext cx="8854440" cy="5534025"/>
          </a:xfrm>
          <a:prstGeom xmlns:a="http://schemas.openxmlformats.org/drawingml/2006/main" prst="rect">
            <a:avLst/>
          </a:prstGeom>
        </p:spPr>
      </p:pic>
      <p:sp>
        <p:nvSpPr>
          <p:cNvPr id="7" name="RECORDED BUDGET REVISION">
            <a:extLst xmlns:a="http://schemas.openxmlformats.org/drawingml/2006/main">
              <a:ext uri="{FF2B5EF4-FFF2-40B4-BE49-F238E27FC236}">
                <a16:creationId xmlns:a16="http://schemas.microsoft.com/office/drawing/2014/main" id="{5351B920-898A-403E-AC37-506ED2C7E7F6}"/>
              </a:ext>
            </a:extLst>
          </p:cNvPr>
          <p:cNvSpPr>
            <a:spLocks xmlns:a="http://schemas.openxmlformats.org/drawingml/2006/main" noGrp="1"/>
          </p:cNvSpPr>
          <p:nvPr/>
        </p:nvSpPr>
        <p:spPr>
          <a:xfrm xmlns:a="http://schemas.openxmlformats.org/drawingml/2006/main">
            <a:off x="10096500" y="2238375"/>
            <a:ext cx="4429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1">
                <a:solidFill>
                  <a:srgbClr val="147F7C"/>
                </a:solidFill>
                <a:latin typeface="Arial"/>
                <a:ea typeface="Arial"/>
                <a:cs typeface="Arial"/>
              </a:defRPr>
            </a:defPPr>
            <a:lvl1pPr algn="l">
              <a:defRPr sz="1575" b="1">
                <a:solidFill>
                  <a:srgbClr val="147F7C"/>
                </a:solidFill>
                <a:latin typeface="Arial"/>
                <a:ea typeface="Arial"/>
                <a:cs typeface="Arial"/>
              </a:defRPr>
            </a:lvl1pPr>
            <a:lvl2pPr algn="l">
              <a:defRPr sz="1575" b="1">
                <a:solidFill>
                  <a:srgbClr val="147F7C"/>
                </a:solidFill>
                <a:latin typeface="Arial"/>
                <a:ea typeface="Arial"/>
                <a:cs typeface="Arial"/>
              </a:defRPr>
            </a:lvl2pPr>
            <a:lvl3pPr algn="l">
              <a:defRPr sz="1575" b="1">
                <a:solidFill>
                  <a:srgbClr val="147F7C"/>
                </a:solidFill>
                <a:latin typeface="Arial"/>
                <a:ea typeface="Arial"/>
                <a:cs typeface="Arial"/>
              </a:defRPr>
            </a:lvl3pPr>
            <a:lvl4pPr algn="l">
              <a:defRPr sz="1575" b="1">
                <a:solidFill>
                  <a:srgbClr val="147F7C"/>
                </a:solidFill>
                <a:latin typeface="Arial"/>
                <a:ea typeface="Arial"/>
                <a:cs typeface="Arial"/>
              </a:defRPr>
            </a:lvl4pPr>
            <a:lvl5pPr algn="l">
              <a:defRPr sz="1575" b="1">
                <a:solidFill>
                  <a:srgbClr val="147F7C"/>
                </a:solidFill>
                <a:latin typeface="Arial"/>
                <a:ea typeface="Arial"/>
                <a:cs typeface="Arial"/>
              </a:defRPr>
            </a:lvl5pPr>
            <a:lvl6pPr algn="l">
              <a:defRPr sz="1575" b="1">
                <a:solidFill>
                  <a:srgbClr val="147F7C"/>
                </a:solidFill>
                <a:latin typeface="Arial"/>
                <a:ea typeface="Arial"/>
                <a:cs typeface="Arial"/>
              </a:defRPr>
            </a:lvl6pPr>
            <a:lvl7pPr algn="l">
              <a:defRPr sz="1575" b="1">
                <a:solidFill>
                  <a:srgbClr val="147F7C"/>
                </a:solidFill>
                <a:latin typeface="Arial"/>
                <a:ea typeface="Arial"/>
                <a:cs typeface="Arial"/>
              </a:defRPr>
            </a:lvl7pPr>
            <a:lvl8pPr algn="l">
              <a:defRPr sz="1575" b="1">
                <a:solidFill>
                  <a:srgbClr val="147F7C"/>
                </a:solidFill>
                <a:latin typeface="Arial"/>
                <a:ea typeface="Arial"/>
                <a:cs typeface="Arial"/>
              </a:defRPr>
            </a:lvl8pPr>
            <a:lvl9pPr algn="l">
              <a:defRPr sz="1575" b="1">
                <a:solidFill>
                  <a:srgbClr val="147F7C"/>
                </a:solidFill>
                <a:latin typeface="Arial"/>
                <a:ea typeface="Arial"/>
                <a:cs typeface="Arial"/>
              </a:defRPr>
            </a:lvl9pPr>
          </a:lstStyle>
          <a:p xmlns:a="http://schemas.openxmlformats.org/drawingml/2006/main">
            <a:pPr algn="l">
              <a:defRPr sz="1575" b="1">
                <a:solidFill>
                  <a:srgbClr val="147F7C"/>
                </a:solidFill>
                <a:latin typeface="Arial"/>
                <a:ea typeface="Arial"/>
                <a:cs typeface="Arial"/>
              </a:defRPr>
            </a:pPr>
            <a:r>
              <a:rPr sz="1575" b="1">
                <a:solidFill>
                  <a:srgbClr val="147F7C"/>
                </a:solidFill>
                <a:latin typeface="Arial"/>
                <a:ea typeface="Arial"/>
                <a:cs typeface="Arial"/>
              </a:rPr>
              <a:t>RECORDED BUDGET REVISION</a:t>
            </a:r>
          </a:p>
        </p:txBody>
      </p:sp>
      <p:sp>
        <p:nvSpPr>
          <p:cNvPr id="8" name="INR 200,000&#10;Original confirmed budget">
            <a:extLst xmlns:a="http://schemas.openxmlformats.org/drawingml/2006/main">
              <a:ext uri="{FF2B5EF4-FFF2-40B4-BE49-F238E27FC236}">
                <a16:creationId xmlns:a16="http://schemas.microsoft.com/office/drawing/2014/main" id="{0F9548AC-8CC1-44B0-9AC5-CB8A9742E3F2}"/>
              </a:ext>
            </a:extLst>
          </p:cNvPr>
          <p:cNvSpPr>
            <a:spLocks xmlns:a="http://schemas.openxmlformats.org/drawingml/2006/main" noGrp="1"/>
          </p:cNvSpPr>
          <p:nvPr/>
        </p:nvSpPr>
        <p:spPr>
          <a:xfrm xmlns:a="http://schemas.openxmlformats.org/drawingml/2006/main">
            <a:off x="10096500" y="2781300"/>
            <a:ext cx="4429125" cy="952500"/>
          </a:xfrm>
          <a:prstGeom xmlns:a="http://schemas.openxmlformats.org/drawingml/2006/main" prst="rect">
            <a:avLst/>
          </a:prstGeom>
          <a:solidFill xmlns:a="http://schemas.openxmlformats.org/drawingml/2006/main">
            <a:srgbClr val="FFFFFF"/>
          </a:solidFill>
          <a:ln xmlns:a="http://schemas.openxmlformats.org/drawingml/2006/main" w="14288">
            <a:solidFill>
              <a:srgbClr val="C9D3DA"/>
            </a:solidFill>
          </a:ln>
        </p:spPr>
        <p:txBody>
          <a:bodyPr xmlns:a="http://schemas.openxmlformats.org/drawingml/2006/main" wrap="square" lIns="114300" tIns="114300" rIns="114300" bIns="114300" anchor="ctr">
            <a:noAutofit/>
          </a:bodyPr>
          <a:lstStyle xmlns:a="http://schemas.openxmlformats.org/drawingml/2006/main">
            <a:defPPr algn="ctr">
              <a:defRPr sz="1875" b="1">
                <a:solidFill>
                  <a:srgbClr val="15324B"/>
                </a:solidFill>
                <a:latin typeface="Arial"/>
                <a:ea typeface="Arial"/>
                <a:cs typeface="Arial"/>
              </a:defRPr>
            </a:defPPr>
            <a:lvl1pPr algn="ctr">
              <a:defRPr sz="1875" b="1">
                <a:solidFill>
                  <a:srgbClr val="15324B"/>
                </a:solidFill>
                <a:latin typeface="Arial"/>
                <a:ea typeface="Arial"/>
                <a:cs typeface="Arial"/>
              </a:defRPr>
            </a:lvl1pPr>
            <a:lvl2pPr algn="ctr">
              <a:defRPr sz="1875" b="1">
                <a:solidFill>
                  <a:srgbClr val="15324B"/>
                </a:solidFill>
                <a:latin typeface="Arial"/>
                <a:ea typeface="Arial"/>
                <a:cs typeface="Arial"/>
              </a:defRPr>
            </a:lvl2pPr>
            <a:lvl3pPr algn="ctr">
              <a:defRPr sz="1875" b="1">
                <a:solidFill>
                  <a:srgbClr val="15324B"/>
                </a:solidFill>
                <a:latin typeface="Arial"/>
                <a:ea typeface="Arial"/>
                <a:cs typeface="Arial"/>
              </a:defRPr>
            </a:lvl3pPr>
            <a:lvl4pPr algn="ctr">
              <a:defRPr sz="1875" b="1">
                <a:solidFill>
                  <a:srgbClr val="15324B"/>
                </a:solidFill>
                <a:latin typeface="Arial"/>
                <a:ea typeface="Arial"/>
                <a:cs typeface="Arial"/>
              </a:defRPr>
            </a:lvl4pPr>
            <a:lvl5pPr algn="ctr">
              <a:defRPr sz="1875" b="1">
                <a:solidFill>
                  <a:srgbClr val="15324B"/>
                </a:solidFill>
                <a:latin typeface="Arial"/>
                <a:ea typeface="Arial"/>
                <a:cs typeface="Arial"/>
              </a:defRPr>
            </a:lvl5pPr>
            <a:lvl6pPr algn="ctr">
              <a:defRPr sz="1875" b="1">
                <a:solidFill>
                  <a:srgbClr val="15324B"/>
                </a:solidFill>
                <a:latin typeface="Arial"/>
                <a:ea typeface="Arial"/>
                <a:cs typeface="Arial"/>
              </a:defRPr>
            </a:lvl6pPr>
            <a:lvl7pPr algn="ctr">
              <a:defRPr sz="1875" b="1">
                <a:solidFill>
                  <a:srgbClr val="15324B"/>
                </a:solidFill>
                <a:latin typeface="Arial"/>
                <a:ea typeface="Arial"/>
                <a:cs typeface="Arial"/>
              </a:defRPr>
            </a:lvl7pPr>
            <a:lvl8pPr algn="ctr">
              <a:defRPr sz="1875" b="1">
                <a:solidFill>
                  <a:srgbClr val="15324B"/>
                </a:solidFill>
                <a:latin typeface="Arial"/>
                <a:ea typeface="Arial"/>
                <a:cs typeface="Arial"/>
              </a:defRPr>
            </a:lvl8pPr>
            <a:lvl9pPr algn="ctr">
              <a:defRPr sz="1875" b="1">
                <a:solidFill>
                  <a:srgbClr val="15324B"/>
                </a:solidFill>
                <a:latin typeface="Arial"/>
                <a:ea typeface="Arial"/>
                <a:cs typeface="Arial"/>
              </a:defRPr>
            </a:lvl9pPr>
          </a:lstStyle>
          <a:p xmlns:a="http://schemas.openxmlformats.org/drawingml/2006/main">
            <a:pPr algn="ctr">
              <a:defRPr sz="1875" b="1">
                <a:solidFill>
                  <a:srgbClr val="15324B"/>
                </a:solidFill>
                <a:latin typeface="Arial"/>
                <a:ea typeface="Arial"/>
                <a:cs typeface="Arial"/>
              </a:defRPr>
            </a:pPr>
            <a:r>
              <a:rPr sz="1875" b="1">
                <a:solidFill>
                  <a:srgbClr val="15324B"/>
                </a:solidFill>
                <a:latin typeface="Arial"/>
                <a:ea typeface="Arial"/>
                <a:cs typeface="Arial"/>
              </a:rPr>
              <a:t>INR 200,000</a:t>
            </a:r>
          </a:p>
          <a:p xmlns:a="http://schemas.openxmlformats.org/drawingml/2006/main">
            <a:pPr algn="ctr">
              <a:defRPr sz="1875" b="1">
                <a:solidFill>
                  <a:srgbClr val="15324B"/>
                </a:solidFill>
                <a:latin typeface="Arial"/>
                <a:ea typeface="Arial"/>
                <a:cs typeface="Arial"/>
              </a:defRPr>
            </a:pPr>
            <a:r>
              <a:rPr sz="1875" b="1">
                <a:solidFill>
                  <a:srgbClr val="15324B"/>
                </a:solidFill>
                <a:latin typeface="Arial"/>
                <a:ea typeface="Arial"/>
                <a:cs typeface="Arial"/>
              </a:rPr>
              <a:t>Original confirmed budget</a:t>
            </a:r>
          </a:p>
        </p:txBody>
      </p:sp>
      <p:sp>
        <p:nvSpPr>
          <p:cNvPr id="9" name="INR 120,000&#10;Traveler accepts a new budget">
            <a:extLst xmlns:a="http://schemas.openxmlformats.org/drawingml/2006/main">
              <a:ext uri="{FF2B5EF4-FFF2-40B4-BE49-F238E27FC236}">
                <a16:creationId xmlns:a16="http://schemas.microsoft.com/office/drawing/2014/main" id="{93AA012E-CD50-48A3-BB46-D3141BF4A208}"/>
              </a:ext>
            </a:extLst>
          </p:cNvPr>
          <p:cNvSpPr>
            <a:spLocks xmlns:a="http://schemas.openxmlformats.org/drawingml/2006/main" noGrp="1"/>
          </p:cNvSpPr>
          <p:nvPr/>
        </p:nvSpPr>
        <p:spPr>
          <a:xfrm xmlns:a="http://schemas.openxmlformats.org/drawingml/2006/main">
            <a:off x="10096500" y="3971925"/>
            <a:ext cx="4429125" cy="952500"/>
          </a:xfrm>
          <a:prstGeom xmlns:a="http://schemas.openxmlformats.org/drawingml/2006/main" prst="rect">
            <a:avLst/>
          </a:prstGeom>
          <a:solidFill xmlns:a="http://schemas.openxmlformats.org/drawingml/2006/main">
            <a:srgbClr val="FFF0E2"/>
          </a:solidFill>
          <a:ln xmlns:a="http://schemas.openxmlformats.org/drawingml/2006/main" w="14288">
            <a:solidFill>
              <a:srgbClr val="EF7930"/>
            </a:solidFill>
          </a:ln>
        </p:spPr>
        <p:txBody>
          <a:bodyPr xmlns:a="http://schemas.openxmlformats.org/drawingml/2006/main" wrap="square" lIns="114300" tIns="114300" rIns="114300" bIns="114300" anchor="ctr">
            <a:noAutofit/>
          </a:bodyPr>
          <a:lstStyle xmlns:a="http://schemas.openxmlformats.org/drawingml/2006/main">
            <a:defPPr algn="ctr">
              <a:defRPr sz="1875" b="1">
                <a:solidFill>
                  <a:srgbClr val="15324B"/>
                </a:solidFill>
                <a:latin typeface="Arial"/>
                <a:ea typeface="Arial"/>
                <a:cs typeface="Arial"/>
              </a:defRPr>
            </a:defPPr>
            <a:lvl1pPr algn="ctr">
              <a:defRPr sz="1875" b="1">
                <a:solidFill>
                  <a:srgbClr val="15324B"/>
                </a:solidFill>
                <a:latin typeface="Arial"/>
                <a:ea typeface="Arial"/>
                <a:cs typeface="Arial"/>
              </a:defRPr>
            </a:lvl1pPr>
            <a:lvl2pPr algn="ctr">
              <a:defRPr sz="1875" b="1">
                <a:solidFill>
                  <a:srgbClr val="15324B"/>
                </a:solidFill>
                <a:latin typeface="Arial"/>
                <a:ea typeface="Arial"/>
                <a:cs typeface="Arial"/>
              </a:defRPr>
            </a:lvl2pPr>
            <a:lvl3pPr algn="ctr">
              <a:defRPr sz="1875" b="1">
                <a:solidFill>
                  <a:srgbClr val="15324B"/>
                </a:solidFill>
                <a:latin typeface="Arial"/>
                <a:ea typeface="Arial"/>
                <a:cs typeface="Arial"/>
              </a:defRPr>
            </a:lvl3pPr>
            <a:lvl4pPr algn="ctr">
              <a:defRPr sz="1875" b="1">
                <a:solidFill>
                  <a:srgbClr val="15324B"/>
                </a:solidFill>
                <a:latin typeface="Arial"/>
                <a:ea typeface="Arial"/>
                <a:cs typeface="Arial"/>
              </a:defRPr>
            </a:lvl4pPr>
            <a:lvl5pPr algn="ctr">
              <a:defRPr sz="1875" b="1">
                <a:solidFill>
                  <a:srgbClr val="15324B"/>
                </a:solidFill>
                <a:latin typeface="Arial"/>
                <a:ea typeface="Arial"/>
                <a:cs typeface="Arial"/>
              </a:defRPr>
            </a:lvl5pPr>
            <a:lvl6pPr algn="ctr">
              <a:defRPr sz="1875" b="1">
                <a:solidFill>
                  <a:srgbClr val="15324B"/>
                </a:solidFill>
                <a:latin typeface="Arial"/>
                <a:ea typeface="Arial"/>
                <a:cs typeface="Arial"/>
              </a:defRPr>
            </a:lvl6pPr>
            <a:lvl7pPr algn="ctr">
              <a:defRPr sz="1875" b="1">
                <a:solidFill>
                  <a:srgbClr val="15324B"/>
                </a:solidFill>
                <a:latin typeface="Arial"/>
                <a:ea typeface="Arial"/>
                <a:cs typeface="Arial"/>
              </a:defRPr>
            </a:lvl7pPr>
            <a:lvl8pPr algn="ctr">
              <a:defRPr sz="1875" b="1">
                <a:solidFill>
                  <a:srgbClr val="15324B"/>
                </a:solidFill>
                <a:latin typeface="Arial"/>
                <a:ea typeface="Arial"/>
                <a:cs typeface="Arial"/>
              </a:defRPr>
            </a:lvl8pPr>
            <a:lvl9pPr algn="ctr">
              <a:defRPr sz="1875" b="1">
                <a:solidFill>
                  <a:srgbClr val="15324B"/>
                </a:solidFill>
                <a:latin typeface="Arial"/>
                <a:ea typeface="Arial"/>
                <a:cs typeface="Arial"/>
              </a:defRPr>
            </a:lvl9pPr>
          </a:lstStyle>
          <a:p xmlns:a="http://schemas.openxmlformats.org/drawingml/2006/main">
            <a:pPr algn="ctr">
              <a:defRPr sz="1875" b="1">
                <a:solidFill>
                  <a:srgbClr val="15324B"/>
                </a:solidFill>
                <a:latin typeface="Arial"/>
                <a:ea typeface="Arial"/>
                <a:cs typeface="Arial"/>
              </a:defRPr>
            </a:pPr>
            <a:r>
              <a:rPr sz="1875" b="1">
                <a:solidFill>
                  <a:srgbClr val="15324B"/>
                </a:solidFill>
                <a:latin typeface="Arial"/>
                <a:ea typeface="Arial"/>
                <a:cs typeface="Arial"/>
              </a:rPr>
              <a:t>INR 120,000</a:t>
            </a:r>
          </a:p>
          <a:p xmlns:a="http://schemas.openxmlformats.org/drawingml/2006/main">
            <a:pPr algn="ctr">
              <a:defRPr sz="1875" b="1">
                <a:solidFill>
                  <a:srgbClr val="15324B"/>
                </a:solidFill>
                <a:latin typeface="Arial"/>
                <a:ea typeface="Arial"/>
                <a:cs typeface="Arial"/>
              </a:defRPr>
            </a:pPr>
            <a:r>
              <a:rPr sz="1875" b="1">
                <a:solidFill>
                  <a:srgbClr val="15324B"/>
                </a:solidFill>
                <a:latin typeface="Arial"/>
                <a:ea typeface="Arial"/>
                <a:cs typeface="Arial"/>
              </a:rPr>
              <a:t>Traveler accepts a new budget</a:t>
            </a:r>
          </a:p>
        </p:txBody>
      </p:sp>
      <p:sp>
        <p:nvSpPr>
          <p:cNvPr id="11" name="Review required&#10;Old dependent work becomes stale">
            <a:extLst xmlns:a="http://schemas.openxmlformats.org/drawingml/2006/main">
              <a:ext uri="{FF2B5EF4-FFF2-40B4-BE49-F238E27FC236}">
                <a16:creationId xmlns:a16="http://schemas.microsoft.com/office/drawing/2014/main" id="{3E14C0B9-D02A-4415-BCBC-C4C22C9FFE1C}"/>
              </a:ext>
            </a:extLst>
          </p:cNvPr>
          <p:cNvSpPr>
            <a:spLocks xmlns:a="http://schemas.openxmlformats.org/drawingml/2006/main" noGrp="1"/>
          </p:cNvSpPr>
          <p:nvPr/>
        </p:nvSpPr>
        <p:spPr>
          <a:xfrm xmlns:a="http://schemas.openxmlformats.org/drawingml/2006/main">
            <a:off x="10096500" y="5162550"/>
            <a:ext cx="4429125" cy="952500"/>
          </a:xfrm>
          <a:prstGeom xmlns:a="http://schemas.openxmlformats.org/drawingml/2006/main" prst="rect">
            <a:avLst/>
          </a:prstGeom>
          <a:solidFill xmlns:a="http://schemas.openxmlformats.org/drawingml/2006/main">
            <a:srgbClr val="FFFFFF"/>
          </a:solidFill>
          <a:ln xmlns:a="http://schemas.openxmlformats.org/drawingml/2006/main" w="14288">
            <a:solidFill>
              <a:srgbClr val="C9D3DA"/>
            </a:solidFill>
          </a:ln>
        </p:spPr>
        <p:txBody>
          <a:bodyPr xmlns:a="http://schemas.openxmlformats.org/drawingml/2006/main" wrap="square" lIns="114300" tIns="114300" rIns="114300" bIns="114300" anchor="ctr">
            <a:noAutofit/>
          </a:bodyPr>
          <a:lstStyle xmlns:a="http://schemas.openxmlformats.org/drawingml/2006/main">
            <a:defPPr algn="ctr">
              <a:defRPr sz="1875" b="1">
                <a:solidFill>
                  <a:srgbClr val="15324B"/>
                </a:solidFill>
                <a:latin typeface="Arial"/>
                <a:ea typeface="Arial"/>
                <a:cs typeface="Arial"/>
              </a:defRPr>
            </a:defPPr>
            <a:lvl1pPr algn="ctr">
              <a:defRPr sz="1875" b="1">
                <a:solidFill>
                  <a:srgbClr val="15324B"/>
                </a:solidFill>
                <a:latin typeface="Arial"/>
                <a:ea typeface="Arial"/>
                <a:cs typeface="Arial"/>
              </a:defRPr>
            </a:lvl1pPr>
            <a:lvl2pPr algn="ctr">
              <a:defRPr sz="1875" b="1">
                <a:solidFill>
                  <a:srgbClr val="15324B"/>
                </a:solidFill>
                <a:latin typeface="Arial"/>
                <a:ea typeface="Arial"/>
                <a:cs typeface="Arial"/>
              </a:defRPr>
            </a:lvl2pPr>
            <a:lvl3pPr algn="ctr">
              <a:defRPr sz="1875" b="1">
                <a:solidFill>
                  <a:srgbClr val="15324B"/>
                </a:solidFill>
                <a:latin typeface="Arial"/>
                <a:ea typeface="Arial"/>
                <a:cs typeface="Arial"/>
              </a:defRPr>
            </a:lvl3pPr>
            <a:lvl4pPr algn="ctr">
              <a:defRPr sz="1875" b="1">
                <a:solidFill>
                  <a:srgbClr val="15324B"/>
                </a:solidFill>
                <a:latin typeface="Arial"/>
                <a:ea typeface="Arial"/>
                <a:cs typeface="Arial"/>
              </a:defRPr>
            </a:lvl4pPr>
            <a:lvl5pPr algn="ctr">
              <a:defRPr sz="1875" b="1">
                <a:solidFill>
                  <a:srgbClr val="15324B"/>
                </a:solidFill>
                <a:latin typeface="Arial"/>
                <a:ea typeface="Arial"/>
                <a:cs typeface="Arial"/>
              </a:defRPr>
            </a:lvl5pPr>
            <a:lvl6pPr algn="ctr">
              <a:defRPr sz="1875" b="1">
                <a:solidFill>
                  <a:srgbClr val="15324B"/>
                </a:solidFill>
                <a:latin typeface="Arial"/>
                <a:ea typeface="Arial"/>
                <a:cs typeface="Arial"/>
              </a:defRPr>
            </a:lvl6pPr>
            <a:lvl7pPr algn="ctr">
              <a:defRPr sz="1875" b="1">
                <a:solidFill>
                  <a:srgbClr val="15324B"/>
                </a:solidFill>
                <a:latin typeface="Arial"/>
                <a:ea typeface="Arial"/>
                <a:cs typeface="Arial"/>
              </a:defRPr>
            </a:lvl7pPr>
            <a:lvl8pPr algn="ctr">
              <a:defRPr sz="1875" b="1">
                <a:solidFill>
                  <a:srgbClr val="15324B"/>
                </a:solidFill>
                <a:latin typeface="Arial"/>
                <a:ea typeface="Arial"/>
                <a:cs typeface="Arial"/>
              </a:defRPr>
            </a:lvl8pPr>
            <a:lvl9pPr algn="ctr">
              <a:defRPr sz="1875" b="1">
                <a:solidFill>
                  <a:srgbClr val="15324B"/>
                </a:solidFill>
                <a:latin typeface="Arial"/>
                <a:ea typeface="Arial"/>
                <a:cs typeface="Arial"/>
              </a:defRPr>
            </a:lvl9pPr>
          </a:lstStyle>
          <a:p xmlns:a="http://schemas.openxmlformats.org/drawingml/2006/main">
            <a:pPr algn="ctr">
              <a:defRPr sz="1875" b="1">
                <a:solidFill>
                  <a:srgbClr val="15324B"/>
                </a:solidFill>
                <a:latin typeface="Arial"/>
                <a:ea typeface="Arial"/>
                <a:cs typeface="Arial"/>
              </a:defRPr>
            </a:pPr>
            <a:r>
              <a:rPr sz="1875" b="1">
                <a:solidFill>
                  <a:srgbClr val="15324B"/>
                </a:solidFill>
                <a:latin typeface="Arial"/>
                <a:ea typeface="Arial"/>
                <a:cs typeface="Arial"/>
              </a:rPr>
              <a:t>Review required</a:t>
            </a:r>
          </a:p>
          <a:p xmlns:a="http://schemas.openxmlformats.org/drawingml/2006/main">
            <a:pPr algn="ctr">
              <a:defRPr sz="1875" b="1">
                <a:solidFill>
                  <a:srgbClr val="15324B"/>
                </a:solidFill>
                <a:latin typeface="Arial"/>
                <a:ea typeface="Arial"/>
                <a:cs typeface="Arial"/>
              </a:defRPr>
            </a:pPr>
            <a:r>
              <a:rPr sz="1875" b="1">
                <a:solidFill>
                  <a:srgbClr val="15324B"/>
                </a:solidFill>
                <a:latin typeface="Arial"/>
                <a:ea typeface="Arial"/>
                <a:cs typeface="Arial"/>
              </a:rPr>
              <a:t>Old dependent work becomes stale</a:t>
            </a:r>
          </a:p>
        </p:txBody>
      </p:sp>
      <p:sp>
        <p:nvSpPr>
          <p:cNvPr id="13" name="Current plan&#10;Agents rebuild from eligible evidence">
            <a:extLst xmlns:a="http://schemas.openxmlformats.org/drawingml/2006/main">
              <a:ext uri="{FF2B5EF4-FFF2-40B4-BE49-F238E27FC236}">
                <a16:creationId xmlns:a16="http://schemas.microsoft.com/office/drawing/2014/main" id="{E8C74AB7-D848-4885-ADFB-6A102900EB5B}"/>
              </a:ext>
            </a:extLst>
          </p:cNvPr>
          <p:cNvSpPr>
            <a:spLocks xmlns:a="http://schemas.openxmlformats.org/drawingml/2006/main" noGrp="1"/>
          </p:cNvSpPr>
          <p:nvPr/>
        </p:nvSpPr>
        <p:spPr>
          <a:xfrm xmlns:a="http://schemas.openxmlformats.org/drawingml/2006/main">
            <a:off x="10096500" y="6353175"/>
            <a:ext cx="4429125" cy="952500"/>
          </a:xfrm>
          <a:prstGeom xmlns:a="http://schemas.openxmlformats.org/drawingml/2006/main" prst="rect">
            <a:avLst/>
          </a:prstGeom>
          <a:solidFill xmlns:a="http://schemas.openxmlformats.org/drawingml/2006/main">
            <a:srgbClr val="FFFFFF"/>
          </a:solidFill>
          <a:ln xmlns:a="http://schemas.openxmlformats.org/drawingml/2006/main" w="14288">
            <a:solidFill>
              <a:srgbClr val="C9D3DA"/>
            </a:solidFill>
          </a:ln>
        </p:spPr>
        <p:txBody>
          <a:bodyPr xmlns:a="http://schemas.openxmlformats.org/drawingml/2006/main" wrap="square" lIns="114300" tIns="114300" rIns="114300" bIns="114300" anchor="ctr">
            <a:noAutofit/>
          </a:bodyPr>
          <a:lstStyle xmlns:a="http://schemas.openxmlformats.org/drawingml/2006/main">
            <a:defPPr algn="ctr">
              <a:defRPr sz="1875" b="1">
                <a:solidFill>
                  <a:srgbClr val="15324B"/>
                </a:solidFill>
                <a:latin typeface="Arial"/>
                <a:ea typeface="Arial"/>
                <a:cs typeface="Arial"/>
              </a:defRPr>
            </a:defPPr>
            <a:lvl1pPr algn="ctr">
              <a:defRPr sz="1875" b="1">
                <a:solidFill>
                  <a:srgbClr val="15324B"/>
                </a:solidFill>
                <a:latin typeface="Arial"/>
                <a:ea typeface="Arial"/>
                <a:cs typeface="Arial"/>
              </a:defRPr>
            </a:lvl1pPr>
            <a:lvl2pPr algn="ctr">
              <a:defRPr sz="1875" b="1">
                <a:solidFill>
                  <a:srgbClr val="15324B"/>
                </a:solidFill>
                <a:latin typeface="Arial"/>
                <a:ea typeface="Arial"/>
                <a:cs typeface="Arial"/>
              </a:defRPr>
            </a:lvl2pPr>
            <a:lvl3pPr algn="ctr">
              <a:defRPr sz="1875" b="1">
                <a:solidFill>
                  <a:srgbClr val="15324B"/>
                </a:solidFill>
                <a:latin typeface="Arial"/>
                <a:ea typeface="Arial"/>
                <a:cs typeface="Arial"/>
              </a:defRPr>
            </a:lvl3pPr>
            <a:lvl4pPr algn="ctr">
              <a:defRPr sz="1875" b="1">
                <a:solidFill>
                  <a:srgbClr val="15324B"/>
                </a:solidFill>
                <a:latin typeface="Arial"/>
                <a:ea typeface="Arial"/>
                <a:cs typeface="Arial"/>
              </a:defRPr>
            </a:lvl4pPr>
            <a:lvl5pPr algn="ctr">
              <a:defRPr sz="1875" b="1">
                <a:solidFill>
                  <a:srgbClr val="15324B"/>
                </a:solidFill>
                <a:latin typeface="Arial"/>
                <a:ea typeface="Arial"/>
                <a:cs typeface="Arial"/>
              </a:defRPr>
            </a:lvl5pPr>
            <a:lvl6pPr algn="ctr">
              <a:defRPr sz="1875" b="1">
                <a:solidFill>
                  <a:srgbClr val="15324B"/>
                </a:solidFill>
                <a:latin typeface="Arial"/>
                <a:ea typeface="Arial"/>
                <a:cs typeface="Arial"/>
              </a:defRPr>
            </a:lvl6pPr>
            <a:lvl7pPr algn="ctr">
              <a:defRPr sz="1875" b="1">
                <a:solidFill>
                  <a:srgbClr val="15324B"/>
                </a:solidFill>
                <a:latin typeface="Arial"/>
                <a:ea typeface="Arial"/>
                <a:cs typeface="Arial"/>
              </a:defRPr>
            </a:lvl7pPr>
            <a:lvl8pPr algn="ctr">
              <a:defRPr sz="1875" b="1">
                <a:solidFill>
                  <a:srgbClr val="15324B"/>
                </a:solidFill>
                <a:latin typeface="Arial"/>
                <a:ea typeface="Arial"/>
                <a:cs typeface="Arial"/>
              </a:defRPr>
            </a:lvl8pPr>
            <a:lvl9pPr algn="ctr">
              <a:defRPr sz="1875" b="1">
                <a:solidFill>
                  <a:srgbClr val="15324B"/>
                </a:solidFill>
                <a:latin typeface="Arial"/>
                <a:ea typeface="Arial"/>
                <a:cs typeface="Arial"/>
              </a:defRPr>
            </a:lvl9pPr>
          </a:lstStyle>
          <a:p xmlns:a="http://schemas.openxmlformats.org/drawingml/2006/main">
            <a:pPr algn="ctr">
              <a:defRPr sz="1875" b="1">
                <a:solidFill>
                  <a:srgbClr val="15324B"/>
                </a:solidFill>
                <a:latin typeface="Arial"/>
                <a:ea typeface="Arial"/>
                <a:cs typeface="Arial"/>
              </a:defRPr>
            </a:pPr>
            <a:r>
              <a:rPr sz="1875" b="1">
                <a:solidFill>
                  <a:srgbClr val="15324B"/>
                </a:solidFill>
                <a:latin typeface="Arial"/>
                <a:ea typeface="Arial"/>
                <a:cs typeface="Arial"/>
              </a:rPr>
              <a:t>Current plan</a:t>
            </a:r>
          </a:p>
          <a:p xmlns:a="http://schemas.openxmlformats.org/drawingml/2006/main">
            <a:pPr algn="ctr">
              <a:defRPr sz="1875" b="1">
                <a:solidFill>
                  <a:srgbClr val="15324B"/>
                </a:solidFill>
                <a:latin typeface="Arial"/>
                <a:ea typeface="Arial"/>
                <a:cs typeface="Arial"/>
              </a:defRPr>
            </a:pPr>
            <a:r>
              <a:rPr sz="1875" b="1">
                <a:solidFill>
                  <a:srgbClr val="15324B"/>
                </a:solidFill>
                <a:latin typeface="Arial"/>
                <a:ea typeface="Arial"/>
                <a:cs typeface="Arial"/>
              </a:rPr>
              <a:t>Agents rebuild from eligible evidence</a:t>
            </a:r>
          </a:p>
        </p:txBody>
      </p:sp>
    </p:spTree>
    <p:extLst>
      <p:ext uri="{BB962C8B-B14F-4D97-AF65-F5344CB8AC3E}">
        <p14:creationId xmlns:p14="http://schemas.microsoft.com/office/powerpoint/2010/main" val="1990135636"/>
      </p:ext>
    </p:extLst>
  </p:cSld>
</p:sld>
</file>

<file path=ppt/slides/slide6.xml><?xml version="1.0" encoding="utf-8"?>
<p:sld xmlns:p="http://schemas.openxmlformats.org/presentationml/2006/main">
  <p:cSld>
    <p:bg>
      <p:bgPr>
        <a:solidFill xmlns:a="http://schemas.openxmlformats.org/drawingml/2006/main">
          <a:srgbClr val="0B2234"/>
        </a:solidFill>
      </p:bgPr>
    </p:bg>
    <p:spTree>
      <p:nvGrpSpPr>
        <p:cNvPr id="1" name=""/>
        <p:cNvGrpSpPr/>
        <p:nvPr/>
      </p:nvGrpSpPr>
      <p:grpSpPr>
        <a:xfrm xmlns:a="http://schemas.openxmlformats.org/drawingml/2006/main"/>
      </p:grpSpPr>
      <p:cxnSp>
        <p:nvCxnSpPr>
          <p:cNvPr id="16" name="">
            <a:extLst xmlns:a="http://schemas.openxmlformats.org/drawingml/2006/main">
              <a:ext uri="{FF2B5EF4-FFF2-40B4-BE49-F238E27FC236}">
                <a16:creationId xmlns:a16="http://schemas.microsoft.com/office/drawing/2014/main" id="{8244BB27-3163-4369-9B7B-A32F0D96C6E6}"/>
              </a:ext>
            </a:extLst>
          </p:cNvPr>
          <p:cNvCxnSpPr>
            <a:stCxn xmlns:a="http://schemas.openxmlformats.org/drawingml/2006/main" id="12" idx="1"/>
            <a:endCxn xmlns:a="http://schemas.openxmlformats.org/drawingml/2006/main" id="13" idx="3"/>
          </p:cNvCxnSpPr>
          <p:nvPr/>
        </p:nvCxnSpPr>
        <p:spPr>
          <a:xfrm xmlns:a="http://schemas.openxmlformats.org/drawingml/2006/main" flipH="1">
            <a:off x="9715500" y="5119688"/>
            <a:ext cx="1333500" cy="0"/>
          </a:xfrm>
          <a:prstGeom xmlns:a="http://schemas.openxmlformats.org/drawingml/2006/main" prst="straightConnector1">
            <a:avLst/>
          </a:prstGeom>
          <a:ln xmlns:a="http://schemas.openxmlformats.org/drawingml/2006/main" w="20955">
            <a:solidFill>
              <a:srgbClr val="EF7930"/>
            </a:solidFill>
            <a:prstDash val="dash"/>
            <a:tailEnd type="triangle" w="med" len="med"/>
          </a:ln>
        </p:spPr>
      </p:cxnSp>
      <p:cxnSp>
        <p:nvCxnSpPr>
          <p:cNvPr id="15" name="">
            <a:extLst xmlns:a="http://schemas.openxmlformats.org/drawingml/2006/main">
              <a:ext uri="{FF2B5EF4-FFF2-40B4-BE49-F238E27FC236}">
                <a16:creationId xmlns:a16="http://schemas.microsoft.com/office/drawing/2014/main" id="{6A521FFD-A412-427A-B2CF-38DC29BF88D7}"/>
              </a:ext>
            </a:extLst>
          </p:cNvPr>
          <p:cNvCxnSpPr>
            <a:stCxn xmlns:a="http://schemas.openxmlformats.org/drawingml/2006/main" id="11" idx="2"/>
            <a:endCxn xmlns:a="http://schemas.openxmlformats.org/drawingml/2006/main" id="12" idx="0"/>
          </p:cNvCxnSpPr>
          <p:nvPr/>
        </p:nvCxnSpPr>
        <p:spPr>
          <a:xfrm xmlns:a="http://schemas.openxmlformats.org/drawingml/2006/main">
            <a:off x="12811125" y="3381375"/>
            <a:ext cx="0" cy="1238250"/>
          </a:xfrm>
          <a:prstGeom xmlns:a="http://schemas.openxmlformats.org/drawingml/2006/main" prst="straightConnector1">
            <a:avLst/>
          </a:prstGeom>
          <a:ln xmlns:a="http://schemas.openxmlformats.org/drawingml/2006/main" w="20955">
            <a:solidFill>
              <a:srgbClr val="EF7930"/>
            </a:solidFill>
            <a:prstDash val="dash"/>
            <a:tailEnd type="triangle" w="med" len="med"/>
          </a:ln>
        </p:spPr>
      </p:cxnSp>
      <p:cxnSp>
        <p:nvCxnSpPr>
          <p:cNvPr id="14" name="">
            <a:extLst xmlns:a="http://schemas.openxmlformats.org/drawingml/2006/main">
              <a:ext uri="{FF2B5EF4-FFF2-40B4-BE49-F238E27FC236}">
                <a16:creationId xmlns:a16="http://schemas.microsoft.com/office/drawing/2014/main" id="{8C9516FD-83DE-47F4-AC14-12045A0574F7}"/>
              </a:ext>
            </a:extLst>
          </p:cNvPr>
          <p:cNvCxnSpPr>
            <a:stCxn xmlns:a="http://schemas.openxmlformats.org/drawingml/2006/main" id="10" idx="3"/>
            <a:endCxn xmlns:a="http://schemas.openxmlformats.org/drawingml/2006/main" id="11" idx="1"/>
          </p:cNvCxnSpPr>
          <p:nvPr/>
        </p:nvCxnSpPr>
        <p:spPr>
          <a:xfrm xmlns:a="http://schemas.openxmlformats.org/drawingml/2006/main">
            <a:off x="9715500" y="2881313"/>
            <a:ext cx="1333500" cy="0"/>
          </a:xfrm>
          <a:prstGeom xmlns:a="http://schemas.openxmlformats.org/drawingml/2006/main" prst="straightConnector1">
            <a:avLst/>
          </a:prstGeom>
          <a:ln xmlns:a="http://schemas.openxmlformats.org/drawingml/2006/main" w="20955">
            <a:solidFill>
              <a:srgbClr val="EF7930"/>
            </a:solidFill>
            <a:prstDash val="dash"/>
            <a:tailEnd type="triangle" w="med" len="med"/>
          </a:ln>
        </p:spPr>
      </p:cxnSp>
      <p:sp>
        <p:nvSpPr>
          <p:cNvPr id="19" name="TinyFish integration for current web evidence">
            <a:extLst xmlns:a="http://schemas.openxmlformats.org/drawingml/2006/main">
              <a:ext uri="{FF2B5EF4-FFF2-40B4-BE49-F238E27FC236}">
                <a16:creationId xmlns:a16="http://schemas.microsoft.com/office/drawing/2014/main" id="{BE56D20F-028C-4259-B125-5A946B28B59F}"/>
              </a:ext>
            </a:extLst>
          </p:cNvPr>
          <p:cNvSpPr>
            <a:spLocks xmlns:a="http://schemas.openxmlformats.org/drawingml/2006/main" noGrp="1"/>
          </p:cNvSpPr>
          <p:nvPr/>
        </p:nvSpPr>
        <p:spPr>
          <a:xfrm xmlns:a="http://schemas.openxmlformats.org/drawingml/2006/main">
            <a:off x="666750" y="571500"/>
            <a:ext cx="139065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750" b="1">
                <a:solidFill>
                  <a:srgbClr val="FFFFFF"/>
                </a:solidFill>
                <a:latin typeface="Arial"/>
                <a:ea typeface="Arial"/>
                <a:cs typeface="Arial"/>
              </a:defRPr>
            </a:defPPr>
            <a:lvl1pPr algn="l">
              <a:defRPr sz="3750" b="1">
                <a:solidFill>
                  <a:srgbClr val="FFFFFF"/>
                </a:solidFill>
                <a:latin typeface="Arial"/>
                <a:ea typeface="Arial"/>
                <a:cs typeface="Arial"/>
              </a:defRPr>
            </a:lvl1pPr>
            <a:lvl2pPr algn="l">
              <a:defRPr sz="3750" b="1">
                <a:solidFill>
                  <a:srgbClr val="FFFFFF"/>
                </a:solidFill>
                <a:latin typeface="Arial"/>
                <a:ea typeface="Arial"/>
                <a:cs typeface="Arial"/>
              </a:defRPr>
            </a:lvl2pPr>
            <a:lvl3pPr algn="l">
              <a:defRPr sz="3750" b="1">
                <a:solidFill>
                  <a:srgbClr val="FFFFFF"/>
                </a:solidFill>
                <a:latin typeface="Arial"/>
                <a:ea typeface="Arial"/>
                <a:cs typeface="Arial"/>
              </a:defRPr>
            </a:lvl3pPr>
            <a:lvl4pPr algn="l">
              <a:defRPr sz="3750" b="1">
                <a:solidFill>
                  <a:srgbClr val="FFFFFF"/>
                </a:solidFill>
                <a:latin typeface="Arial"/>
                <a:ea typeface="Arial"/>
                <a:cs typeface="Arial"/>
              </a:defRPr>
            </a:lvl4pPr>
            <a:lvl5pPr algn="l">
              <a:defRPr sz="3750" b="1">
                <a:solidFill>
                  <a:srgbClr val="FFFFFF"/>
                </a:solidFill>
                <a:latin typeface="Arial"/>
                <a:ea typeface="Arial"/>
                <a:cs typeface="Arial"/>
              </a:defRPr>
            </a:lvl5pPr>
            <a:lvl6pPr algn="l">
              <a:defRPr sz="3750" b="1">
                <a:solidFill>
                  <a:srgbClr val="FFFFFF"/>
                </a:solidFill>
                <a:latin typeface="Arial"/>
                <a:ea typeface="Arial"/>
                <a:cs typeface="Arial"/>
              </a:defRPr>
            </a:lvl6pPr>
            <a:lvl7pPr algn="l">
              <a:defRPr sz="3750" b="1">
                <a:solidFill>
                  <a:srgbClr val="FFFFFF"/>
                </a:solidFill>
                <a:latin typeface="Arial"/>
                <a:ea typeface="Arial"/>
                <a:cs typeface="Arial"/>
              </a:defRPr>
            </a:lvl7pPr>
            <a:lvl8pPr algn="l">
              <a:defRPr sz="3750" b="1">
                <a:solidFill>
                  <a:srgbClr val="FFFFFF"/>
                </a:solidFill>
                <a:latin typeface="Arial"/>
                <a:ea typeface="Arial"/>
                <a:cs typeface="Arial"/>
              </a:defRPr>
            </a:lvl8pPr>
            <a:lvl9pPr algn="l">
              <a:defRPr sz="3750" b="1">
                <a:solidFill>
                  <a:srgbClr val="FFFFFF"/>
                </a:solidFill>
                <a:latin typeface="Arial"/>
                <a:ea typeface="Arial"/>
                <a:cs typeface="Arial"/>
              </a:defRPr>
            </a:lvl9pPr>
          </a:lstStyle>
          <a:p xmlns:a="http://schemas.openxmlformats.org/drawingml/2006/main">
            <a:pPr algn="l">
              <a:defRPr sz="3750" b="1">
                <a:solidFill>
                  <a:srgbClr val="FFFFFF"/>
                </a:solidFill>
                <a:latin typeface="Arial"/>
                <a:ea typeface="Arial"/>
                <a:cs typeface="Arial"/>
              </a:defRPr>
            </a:pPr>
            <a:r>
              <a:rPr sz="3750" b="1">
                <a:solidFill>
                  <a:srgbClr val="FFFFFF"/>
                </a:solidFill>
                <a:latin typeface="Arial"/>
                <a:ea typeface="Arial"/>
                <a:cs typeface="Arial"/>
              </a:rPr>
              <a:t>TinyFish integration for current web evidence</a:t>
            </a:r>
          </a:p>
        </p:txBody>
      </p:sp>
      <p:sp>
        <p:nvSpPr>
          <p:cNvPr id="2" name="">
            <a:extLst xmlns:a="http://schemas.openxmlformats.org/drawingml/2006/main">
              <a:ext uri="{FF2B5EF4-FFF2-40B4-BE49-F238E27FC236}">
                <a16:creationId xmlns:a16="http://schemas.microsoft.com/office/drawing/2014/main" id="{3A5CFAF0-6E2A-4151-BEA2-09FFD58003A2}"/>
              </a:ext>
            </a:extLst>
          </p:cNvPr>
          <p:cNvSpPr>
            <a:spLocks xmlns:a="http://schemas.openxmlformats.org/drawingml/2006/main" noGrp="1"/>
          </p:cNvSpPr>
          <p:nvPr/>
        </p:nvSpPr>
        <p:spPr>
          <a:xfrm xmlns:a="http://schemas.openxmlformats.org/drawingml/2006/main">
            <a:off x="666750" y="7905750"/>
            <a:ext cx="13906500" cy="0"/>
          </a:xfrm>
          <a:prstGeom xmlns:a="http://schemas.openxmlformats.org/drawingml/2006/main" prst="line">
            <a:avLst/>
          </a:prstGeom>
          <a:ln xmlns:a="http://schemas.openxmlformats.org/drawingml/2006/main" w="13335">
            <a:solidFill>
              <a:srgbClr val="365063"/>
            </a:solidFill>
          </a:ln>
        </p:spPr>
      </p:sp>
      <p:sp>
        <p:nvSpPr>
          <p:cNvPr id="3" name="UNSTOPPABLE 4s">
            <a:extLst xmlns:a="http://schemas.openxmlformats.org/drawingml/2006/main">
              <a:ext uri="{FF2B5EF4-FFF2-40B4-BE49-F238E27FC236}">
                <a16:creationId xmlns:a16="http://schemas.microsoft.com/office/drawing/2014/main" id="{342CBD26-8022-4E8F-A436-16F93C6D87AA}"/>
              </a:ext>
            </a:extLst>
          </p:cNvPr>
          <p:cNvSpPr>
            <a:spLocks xmlns:a="http://schemas.openxmlformats.org/drawingml/2006/main" noGrp="1"/>
          </p:cNvSpPr>
          <p:nvPr/>
        </p:nvSpPr>
        <p:spPr>
          <a:xfrm xmlns:a="http://schemas.openxmlformats.org/drawingml/2006/main">
            <a:off x="666750" y="8096250"/>
            <a:ext cx="5334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1">
                <a:solidFill>
                  <a:srgbClr val="A9C0CE"/>
                </a:solidFill>
                <a:latin typeface="Arial"/>
                <a:ea typeface="Arial"/>
                <a:cs typeface="Arial"/>
              </a:defRPr>
            </a:defPPr>
            <a:lvl1pPr algn="l">
              <a:defRPr sz="1275" b="1">
                <a:solidFill>
                  <a:srgbClr val="A9C0CE"/>
                </a:solidFill>
                <a:latin typeface="Arial"/>
                <a:ea typeface="Arial"/>
                <a:cs typeface="Arial"/>
              </a:defRPr>
            </a:lvl1pPr>
            <a:lvl2pPr algn="l">
              <a:defRPr sz="1275" b="1">
                <a:solidFill>
                  <a:srgbClr val="A9C0CE"/>
                </a:solidFill>
                <a:latin typeface="Arial"/>
                <a:ea typeface="Arial"/>
                <a:cs typeface="Arial"/>
              </a:defRPr>
            </a:lvl2pPr>
            <a:lvl3pPr algn="l">
              <a:defRPr sz="1275" b="1">
                <a:solidFill>
                  <a:srgbClr val="A9C0CE"/>
                </a:solidFill>
                <a:latin typeface="Arial"/>
                <a:ea typeface="Arial"/>
                <a:cs typeface="Arial"/>
              </a:defRPr>
            </a:lvl3pPr>
            <a:lvl4pPr algn="l">
              <a:defRPr sz="1275" b="1">
                <a:solidFill>
                  <a:srgbClr val="A9C0CE"/>
                </a:solidFill>
                <a:latin typeface="Arial"/>
                <a:ea typeface="Arial"/>
                <a:cs typeface="Arial"/>
              </a:defRPr>
            </a:lvl4pPr>
            <a:lvl5pPr algn="l">
              <a:defRPr sz="1275" b="1">
                <a:solidFill>
                  <a:srgbClr val="A9C0CE"/>
                </a:solidFill>
                <a:latin typeface="Arial"/>
                <a:ea typeface="Arial"/>
                <a:cs typeface="Arial"/>
              </a:defRPr>
            </a:lvl5pPr>
            <a:lvl6pPr algn="l">
              <a:defRPr sz="1275" b="1">
                <a:solidFill>
                  <a:srgbClr val="A9C0CE"/>
                </a:solidFill>
                <a:latin typeface="Arial"/>
                <a:ea typeface="Arial"/>
                <a:cs typeface="Arial"/>
              </a:defRPr>
            </a:lvl6pPr>
            <a:lvl7pPr algn="l">
              <a:defRPr sz="1275" b="1">
                <a:solidFill>
                  <a:srgbClr val="A9C0CE"/>
                </a:solidFill>
                <a:latin typeface="Arial"/>
                <a:ea typeface="Arial"/>
                <a:cs typeface="Arial"/>
              </a:defRPr>
            </a:lvl7pPr>
            <a:lvl8pPr algn="l">
              <a:defRPr sz="1275" b="1">
                <a:solidFill>
                  <a:srgbClr val="A9C0CE"/>
                </a:solidFill>
                <a:latin typeface="Arial"/>
                <a:ea typeface="Arial"/>
                <a:cs typeface="Arial"/>
              </a:defRPr>
            </a:lvl8pPr>
            <a:lvl9pPr algn="l">
              <a:defRPr sz="1275" b="1">
                <a:solidFill>
                  <a:srgbClr val="A9C0CE"/>
                </a:solidFill>
                <a:latin typeface="Arial"/>
                <a:ea typeface="Arial"/>
                <a:cs typeface="Arial"/>
              </a:defRPr>
            </a:lvl9pPr>
          </a:lstStyle>
          <a:p xmlns:a="http://schemas.openxmlformats.org/drawingml/2006/main">
            <a:pPr algn="l">
              <a:defRPr sz="1275" b="1">
                <a:solidFill>
                  <a:srgbClr val="A9C0CE"/>
                </a:solidFill>
                <a:latin typeface="Arial"/>
                <a:ea typeface="Arial"/>
                <a:cs typeface="Arial"/>
              </a:defRPr>
            </a:pPr>
            <a:r>
              <a:rPr sz="1275" b="1">
                <a:solidFill>
                  <a:srgbClr val="A9C0CE"/>
                </a:solidFill>
                <a:latin typeface="Arial"/>
                <a:ea typeface="Arial"/>
                <a:cs typeface="Arial"/>
              </a:rPr>
              <a:t>UNSTOPPABLE 4s</a:t>
            </a:r>
          </a:p>
        </p:txBody>
      </p:sp>
      <p:sp>
        <p:nvSpPr>
          <p:cNvPr id="4" name="06 / 08">
            <a:extLst xmlns:a="http://schemas.openxmlformats.org/drawingml/2006/main">
              <a:ext uri="{FF2B5EF4-FFF2-40B4-BE49-F238E27FC236}">
                <a16:creationId xmlns:a16="http://schemas.microsoft.com/office/drawing/2014/main" id="{69BC92EE-1E62-4D9A-8AAA-05B80DD79CC1}"/>
              </a:ext>
            </a:extLst>
          </p:cNvPr>
          <p:cNvSpPr>
            <a:spLocks xmlns:a="http://schemas.openxmlformats.org/drawingml/2006/main" noGrp="1"/>
          </p:cNvSpPr>
          <p:nvPr/>
        </p:nvSpPr>
        <p:spPr>
          <a:xfrm xmlns:a="http://schemas.openxmlformats.org/drawingml/2006/main">
            <a:off x="13430250" y="8096250"/>
            <a:ext cx="1143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A9C0CE"/>
                </a:solidFill>
                <a:latin typeface="Arial"/>
                <a:ea typeface="Arial"/>
                <a:cs typeface="Arial"/>
              </a:defRPr>
            </a:defPPr>
            <a:lvl1pPr algn="r">
              <a:defRPr sz="1275" b="0">
                <a:solidFill>
                  <a:srgbClr val="A9C0CE"/>
                </a:solidFill>
                <a:latin typeface="Arial"/>
                <a:ea typeface="Arial"/>
                <a:cs typeface="Arial"/>
              </a:defRPr>
            </a:lvl1pPr>
            <a:lvl2pPr algn="r">
              <a:defRPr sz="1275" b="0">
                <a:solidFill>
                  <a:srgbClr val="A9C0CE"/>
                </a:solidFill>
                <a:latin typeface="Arial"/>
                <a:ea typeface="Arial"/>
                <a:cs typeface="Arial"/>
              </a:defRPr>
            </a:lvl2pPr>
            <a:lvl3pPr algn="r">
              <a:defRPr sz="1275" b="0">
                <a:solidFill>
                  <a:srgbClr val="A9C0CE"/>
                </a:solidFill>
                <a:latin typeface="Arial"/>
                <a:ea typeface="Arial"/>
                <a:cs typeface="Arial"/>
              </a:defRPr>
            </a:lvl3pPr>
            <a:lvl4pPr algn="r">
              <a:defRPr sz="1275" b="0">
                <a:solidFill>
                  <a:srgbClr val="A9C0CE"/>
                </a:solidFill>
                <a:latin typeface="Arial"/>
                <a:ea typeface="Arial"/>
                <a:cs typeface="Arial"/>
              </a:defRPr>
            </a:lvl4pPr>
            <a:lvl5pPr algn="r">
              <a:defRPr sz="1275" b="0">
                <a:solidFill>
                  <a:srgbClr val="A9C0CE"/>
                </a:solidFill>
                <a:latin typeface="Arial"/>
                <a:ea typeface="Arial"/>
                <a:cs typeface="Arial"/>
              </a:defRPr>
            </a:lvl5pPr>
            <a:lvl6pPr algn="r">
              <a:defRPr sz="1275" b="0">
                <a:solidFill>
                  <a:srgbClr val="A9C0CE"/>
                </a:solidFill>
                <a:latin typeface="Arial"/>
                <a:ea typeface="Arial"/>
                <a:cs typeface="Arial"/>
              </a:defRPr>
            </a:lvl6pPr>
            <a:lvl7pPr algn="r">
              <a:defRPr sz="1275" b="0">
                <a:solidFill>
                  <a:srgbClr val="A9C0CE"/>
                </a:solidFill>
                <a:latin typeface="Arial"/>
                <a:ea typeface="Arial"/>
                <a:cs typeface="Arial"/>
              </a:defRPr>
            </a:lvl7pPr>
            <a:lvl8pPr algn="r">
              <a:defRPr sz="1275" b="0">
                <a:solidFill>
                  <a:srgbClr val="A9C0CE"/>
                </a:solidFill>
                <a:latin typeface="Arial"/>
                <a:ea typeface="Arial"/>
                <a:cs typeface="Arial"/>
              </a:defRPr>
            </a:lvl8pPr>
            <a:lvl9pPr algn="r">
              <a:defRPr sz="1275" b="0">
                <a:solidFill>
                  <a:srgbClr val="A9C0CE"/>
                </a:solidFill>
                <a:latin typeface="Arial"/>
                <a:ea typeface="Arial"/>
                <a:cs typeface="Arial"/>
              </a:defRPr>
            </a:lvl9pPr>
          </a:lstStyle>
          <a:p xmlns:a="http://schemas.openxmlformats.org/drawingml/2006/main">
            <a:pPr algn="r">
              <a:defRPr sz="1275" b="0">
                <a:solidFill>
                  <a:srgbClr val="A9C0CE"/>
                </a:solidFill>
                <a:latin typeface="Arial"/>
                <a:ea typeface="Arial"/>
                <a:cs typeface="Arial"/>
              </a:defRPr>
            </a:pPr>
            <a:r>
              <a:rPr sz="1275" b="0">
                <a:solidFill>
                  <a:srgbClr val="A9C0CE"/>
                </a:solidFill>
                <a:latin typeface="Arial"/>
                <a:ea typeface="Arial"/>
                <a:cs typeface="Arial"/>
              </a:rPr>
              <a:t>06 / 08</a:t>
            </a:r>
          </a:p>
        </p:txBody>
      </p:sp>
      <p:sp>
        <p:nvSpPr>
          <p:cNvPr id="5" name="PLANNED INTEGRATION (NOT IMPLEMENTED)">
            <a:extLst xmlns:a="http://schemas.openxmlformats.org/drawingml/2006/main">
              <a:ext uri="{FF2B5EF4-FFF2-40B4-BE49-F238E27FC236}">
                <a16:creationId xmlns:a16="http://schemas.microsoft.com/office/drawing/2014/main" id="{1826B7A9-1DF7-4756-B233-909E34764241}"/>
              </a:ext>
            </a:extLst>
          </p:cNvPr>
          <p:cNvSpPr>
            <a:spLocks xmlns:a="http://schemas.openxmlformats.org/drawingml/2006/main" noGrp="1"/>
          </p:cNvSpPr>
          <p:nvPr/>
        </p:nvSpPr>
        <p:spPr>
          <a:xfrm xmlns:a="http://schemas.openxmlformats.org/drawingml/2006/main">
            <a:off x="666750" y="1562100"/>
            <a:ext cx="1381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EF7930"/>
                </a:solidFill>
                <a:latin typeface="Arial"/>
                <a:ea typeface="Arial"/>
                <a:cs typeface="Arial"/>
              </a:defRPr>
            </a:defPPr>
            <a:lvl1pPr algn="l">
              <a:defRPr sz="2175" b="1">
                <a:solidFill>
                  <a:srgbClr val="EF7930"/>
                </a:solidFill>
                <a:latin typeface="Arial"/>
                <a:ea typeface="Arial"/>
                <a:cs typeface="Arial"/>
              </a:defRPr>
            </a:lvl1pPr>
            <a:lvl2pPr algn="l">
              <a:defRPr sz="2175" b="1">
                <a:solidFill>
                  <a:srgbClr val="EF7930"/>
                </a:solidFill>
                <a:latin typeface="Arial"/>
                <a:ea typeface="Arial"/>
                <a:cs typeface="Arial"/>
              </a:defRPr>
            </a:lvl2pPr>
            <a:lvl3pPr algn="l">
              <a:defRPr sz="2175" b="1">
                <a:solidFill>
                  <a:srgbClr val="EF7930"/>
                </a:solidFill>
                <a:latin typeface="Arial"/>
                <a:ea typeface="Arial"/>
                <a:cs typeface="Arial"/>
              </a:defRPr>
            </a:lvl3pPr>
            <a:lvl4pPr algn="l">
              <a:defRPr sz="2175" b="1">
                <a:solidFill>
                  <a:srgbClr val="EF7930"/>
                </a:solidFill>
                <a:latin typeface="Arial"/>
                <a:ea typeface="Arial"/>
                <a:cs typeface="Arial"/>
              </a:defRPr>
            </a:lvl4pPr>
            <a:lvl5pPr algn="l">
              <a:defRPr sz="2175" b="1">
                <a:solidFill>
                  <a:srgbClr val="EF7930"/>
                </a:solidFill>
                <a:latin typeface="Arial"/>
                <a:ea typeface="Arial"/>
                <a:cs typeface="Arial"/>
              </a:defRPr>
            </a:lvl5pPr>
            <a:lvl6pPr algn="l">
              <a:defRPr sz="2175" b="1">
                <a:solidFill>
                  <a:srgbClr val="EF7930"/>
                </a:solidFill>
                <a:latin typeface="Arial"/>
                <a:ea typeface="Arial"/>
                <a:cs typeface="Arial"/>
              </a:defRPr>
            </a:lvl6pPr>
            <a:lvl7pPr algn="l">
              <a:defRPr sz="2175" b="1">
                <a:solidFill>
                  <a:srgbClr val="EF7930"/>
                </a:solidFill>
                <a:latin typeface="Arial"/>
                <a:ea typeface="Arial"/>
                <a:cs typeface="Arial"/>
              </a:defRPr>
            </a:lvl7pPr>
            <a:lvl8pPr algn="l">
              <a:defRPr sz="2175" b="1">
                <a:solidFill>
                  <a:srgbClr val="EF7930"/>
                </a:solidFill>
                <a:latin typeface="Arial"/>
                <a:ea typeface="Arial"/>
                <a:cs typeface="Arial"/>
              </a:defRPr>
            </a:lvl8pPr>
            <a:lvl9pPr algn="l">
              <a:defRPr sz="2175" b="1">
                <a:solidFill>
                  <a:srgbClr val="EF7930"/>
                </a:solidFill>
                <a:latin typeface="Arial"/>
                <a:ea typeface="Arial"/>
                <a:cs typeface="Arial"/>
              </a:defRPr>
            </a:lvl9pPr>
          </a:lstStyle>
          <a:p xmlns:a="http://schemas.openxmlformats.org/drawingml/2006/main">
            <a:pPr algn="l">
              <a:defRPr sz="2175" b="1">
                <a:solidFill>
                  <a:srgbClr val="EF7930"/>
                </a:solidFill>
                <a:latin typeface="Arial"/>
                <a:ea typeface="Arial"/>
                <a:cs typeface="Arial"/>
              </a:defRPr>
            </a:pPr>
            <a:r>
              <a:rPr sz="2175" b="1">
                <a:solidFill>
                  <a:srgbClr val="EF7930"/>
                </a:solidFill>
                <a:latin typeface="Arial"/>
                <a:ea typeface="Arial"/>
                <a:cs typeface="Arial"/>
              </a:rPr>
              <a:t>PLANNED INTEGRATION (NOT IMPLEMENTED)</a:t>
            </a:r>
          </a:p>
        </p:txBody>
      </p:sp>
      <p:sp>
        <p:nvSpPr>
          <p:cNvPr id="6" name="Web facts with&#10;retained sources">
            <a:extLst xmlns:a="http://schemas.openxmlformats.org/drawingml/2006/main">
              <a:ext uri="{FF2B5EF4-FFF2-40B4-BE49-F238E27FC236}">
                <a16:creationId xmlns:a16="http://schemas.microsoft.com/office/drawing/2014/main" id="{1EBC54BF-3B2D-4C67-BF18-637AAE841EBE}"/>
              </a:ext>
            </a:extLst>
          </p:cNvPr>
          <p:cNvSpPr>
            <a:spLocks xmlns:a="http://schemas.openxmlformats.org/drawingml/2006/main" noGrp="1"/>
          </p:cNvSpPr>
          <p:nvPr/>
        </p:nvSpPr>
        <p:spPr>
          <a:xfrm xmlns:a="http://schemas.openxmlformats.org/drawingml/2006/main">
            <a:off x="666750" y="2324100"/>
            <a:ext cx="4762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FFFFFF"/>
                </a:solidFill>
                <a:latin typeface="Arial"/>
                <a:ea typeface="Arial"/>
                <a:cs typeface="Arial"/>
              </a:defRPr>
            </a:defPPr>
            <a:lvl1pPr algn="l">
              <a:defRPr sz="3300" b="1">
                <a:solidFill>
                  <a:srgbClr val="FFFFFF"/>
                </a:solidFill>
                <a:latin typeface="Arial"/>
                <a:ea typeface="Arial"/>
                <a:cs typeface="Arial"/>
              </a:defRPr>
            </a:lvl1pPr>
            <a:lvl2pPr algn="l">
              <a:defRPr sz="3300" b="1">
                <a:solidFill>
                  <a:srgbClr val="FFFFFF"/>
                </a:solidFill>
                <a:latin typeface="Arial"/>
                <a:ea typeface="Arial"/>
                <a:cs typeface="Arial"/>
              </a:defRPr>
            </a:lvl2pPr>
            <a:lvl3pPr algn="l">
              <a:defRPr sz="3300" b="1">
                <a:solidFill>
                  <a:srgbClr val="FFFFFF"/>
                </a:solidFill>
                <a:latin typeface="Arial"/>
                <a:ea typeface="Arial"/>
                <a:cs typeface="Arial"/>
              </a:defRPr>
            </a:lvl3pPr>
            <a:lvl4pPr algn="l">
              <a:defRPr sz="3300" b="1">
                <a:solidFill>
                  <a:srgbClr val="FFFFFF"/>
                </a:solidFill>
                <a:latin typeface="Arial"/>
                <a:ea typeface="Arial"/>
                <a:cs typeface="Arial"/>
              </a:defRPr>
            </a:lvl4pPr>
            <a:lvl5pPr algn="l">
              <a:defRPr sz="3300" b="1">
                <a:solidFill>
                  <a:srgbClr val="FFFFFF"/>
                </a:solidFill>
                <a:latin typeface="Arial"/>
                <a:ea typeface="Arial"/>
                <a:cs typeface="Arial"/>
              </a:defRPr>
            </a:lvl5pPr>
            <a:lvl6pPr algn="l">
              <a:defRPr sz="3300" b="1">
                <a:solidFill>
                  <a:srgbClr val="FFFFFF"/>
                </a:solidFill>
                <a:latin typeface="Arial"/>
                <a:ea typeface="Arial"/>
                <a:cs typeface="Arial"/>
              </a:defRPr>
            </a:lvl6pPr>
            <a:lvl7pPr algn="l">
              <a:defRPr sz="3300" b="1">
                <a:solidFill>
                  <a:srgbClr val="FFFFFF"/>
                </a:solidFill>
                <a:latin typeface="Arial"/>
                <a:ea typeface="Arial"/>
                <a:cs typeface="Arial"/>
              </a:defRPr>
            </a:lvl7pPr>
            <a:lvl8pPr algn="l">
              <a:defRPr sz="3300" b="1">
                <a:solidFill>
                  <a:srgbClr val="FFFFFF"/>
                </a:solidFill>
                <a:latin typeface="Arial"/>
                <a:ea typeface="Arial"/>
                <a:cs typeface="Arial"/>
              </a:defRPr>
            </a:lvl8pPr>
            <a:lvl9pPr algn="l">
              <a:defRPr sz="3300" b="1">
                <a:solidFill>
                  <a:srgbClr val="FFFFFF"/>
                </a:solidFill>
                <a:latin typeface="Arial"/>
                <a:ea typeface="Arial"/>
                <a:cs typeface="Arial"/>
              </a:defRPr>
            </a:lvl9pPr>
          </a:lstStyle>
          <a:p xmlns:a="http://schemas.openxmlformats.org/drawingml/2006/main">
            <a:pPr algn="l">
              <a:defRPr sz="3300" b="1">
                <a:solidFill>
                  <a:srgbClr val="FFFFFF"/>
                </a:solidFill>
                <a:latin typeface="Arial"/>
                <a:ea typeface="Arial"/>
                <a:cs typeface="Arial"/>
              </a:defRPr>
            </a:pPr>
            <a:r>
              <a:rPr sz="3300" b="1">
                <a:solidFill>
                  <a:srgbClr val="FFFFFF"/>
                </a:solidFill>
                <a:latin typeface="Arial"/>
                <a:ea typeface="Arial"/>
                <a:cs typeface="Arial"/>
              </a:rPr>
              <a:t>Web facts with</a:t>
            </a:r>
          </a:p>
          <a:p xmlns:a="http://schemas.openxmlformats.org/drawingml/2006/main">
            <a:pPr algn="l">
              <a:defRPr sz="3300" b="1">
                <a:solidFill>
                  <a:srgbClr val="FFFFFF"/>
                </a:solidFill>
                <a:latin typeface="Arial"/>
                <a:ea typeface="Arial"/>
                <a:cs typeface="Arial"/>
              </a:defRPr>
            </a:pPr>
            <a:r>
              <a:rPr sz="3300" b="1">
                <a:solidFill>
                  <a:srgbClr val="FFFFFF"/>
                </a:solidFill>
                <a:latin typeface="Arial"/>
                <a:ea typeface="Arial"/>
                <a:cs typeface="Arial"/>
              </a:rPr>
              <a:t>retained sources</a:t>
            </a:r>
          </a:p>
        </p:txBody>
      </p:sp>
      <p:sp>
        <p:nvSpPr>
          <p:cNvPr id="7" name="TinyFish would fetch official travel pages.&#10;The adapter woul">
            <a:extLst xmlns:a="http://schemas.openxmlformats.org/drawingml/2006/main">
              <a:ext uri="{FF2B5EF4-FFF2-40B4-BE49-F238E27FC236}">
                <a16:creationId xmlns:a16="http://schemas.microsoft.com/office/drawing/2014/main" id="{92F9AC8E-659C-4F4D-9A5B-69F994CD48FB}"/>
              </a:ext>
            </a:extLst>
          </p:cNvPr>
          <p:cNvSpPr>
            <a:spLocks xmlns:a="http://schemas.openxmlformats.org/drawingml/2006/main" noGrp="1"/>
          </p:cNvSpPr>
          <p:nvPr/>
        </p:nvSpPr>
        <p:spPr>
          <a:xfrm xmlns:a="http://schemas.openxmlformats.org/drawingml/2006/main">
            <a:off x="666750" y="3552825"/>
            <a:ext cx="4810125"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A9C0CE"/>
                </a:solidFill>
                <a:latin typeface="Arial"/>
                <a:ea typeface="Arial"/>
                <a:cs typeface="Arial"/>
              </a:defRPr>
            </a:defPPr>
            <a:lvl1pPr algn="l">
              <a:defRPr sz="2025" b="0">
                <a:solidFill>
                  <a:srgbClr val="A9C0CE"/>
                </a:solidFill>
                <a:latin typeface="Arial"/>
                <a:ea typeface="Arial"/>
                <a:cs typeface="Arial"/>
              </a:defRPr>
            </a:lvl1pPr>
            <a:lvl2pPr algn="l">
              <a:defRPr sz="2025" b="0">
                <a:solidFill>
                  <a:srgbClr val="A9C0CE"/>
                </a:solidFill>
                <a:latin typeface="Arial"/>
                <a:ea typeface="Arial"/>
                <a:cs typeface="Arial"/>
              </a:defRPr>
            </a:lvl2pPr>
            <a:lvl3pPr algn="l">
              <a:defRPr sz="2025" b="0">
                <a:solidFill>
                  <a:srgbClr val="A9C0CE"/>
                </a:solidFill>
                <a:latin typeface="Arial"/>
                <a:ea typeface="Arial"/>
                <a:cs typeface="Arial"/>
              </a:defRPr>
            </a:lvl3pPr>
            <a:lvl4pPr algn="l">
              <a:defRPr sz="2025" b="0">
                <a:solidFill>
                  <a:srgbClr val="A9C0CE"/>
                </a:solidFill>
                <a:latin typeface="Arial"/>
                <a:ea typeface="Arial"/>
                <a:cs typeface="Arial"/>
              </a:defRPr>
            </a:lvl4pPr>
            <a:lvl5pPr algn="l">
              <a:defRPr sz="2025" b="0">
                <a:solidFill>
                  <a:srgbClr val="A9C0CE"/>
                </a:solidFill>
                <a:latin typeface="Arial"/>
                <a:ea typeface="Arial"/>
                <a:cs typeface="Arial"/>
              </a:defRPr>
            </a:lvl5pPr>
            <a:lvl6pPr algn="l">
              <a:defRPr sz="2025" b="0">
                <a:solidFill>
                  <a:srgbClr val="A9C0CE"/>
                </a:solidFill>
                <a:latin typeface="Arial"/>
                <a:ea typeface="Arial"/>
                <a:cs typeface="Arial"/>
              </a:defRPr>
            </a:lvl6pPr>
            <a:lvl7pPr algn="l">
              <a:defRPr sz="2025" b="0">
                <a:solidFill>
                  <a:srgbClr val="A9C0CE"/>
                </a:solidFill>
                <a:latin typeface="Arial"/>
                <a:ea typeface="Arial"/>
                <a:cs typeface="Arial"/>
              </a:defRPr>
            </a:lvl7pPr>
            <a:lvl8pPr algn="l">
              <a:defRPr sz="2025" b="0">
                <a:solidFill>
                  <a:srgbClr val="A9C0CE"/>
                </a:solidFill>
                <a:latin typeface="Arial"/>
                <a:ea typeface="Arial"/>
                <a:cs typeface="Arial"/>
              </a:defRPr>
            </a:lvl8pPr>
            <a:lvl9pPr algn="l">
              <a:defRPr sz="2025" b="0">
                <a:solidFill>
                  <a:srgbClr val="A9C0CE"/>
                </a:solidFill>
                <a:latin typeface="Arial"/>
                <a:ea typeface="Arial"/>
                <a:cs typeface="Arial"/>
              </a:defRPr>
            </a:lvl9pPr>
          </a:lstStyle>
          <a:p xmlns:a="http://schemas.openxmlformats.org/drawingml/2006/main">
            <a:pPr algn="l">
              <a:defRPr sz="2025" b="0">
                <a:solidFill>
                  <a:srgbClr val="A9C0CE"/>
                </a:solidFill>
                <a:latin typeface="Arial"/>
                <a:ea typeface="Arial"/>
                <a:cs typeface="Arial"/>
              </a:defRPr>
            </a:pPr>
            <a:r>
              <a:rPr sz="2025" b="0">
                <a:solidFill>
                  <a:srgbClr val="A9C0CE"/>
                </a:solidFill>
                <a:latin typeface="Arial"/>
                <a:ea typeface="Arial"/>
                <a:cs typeface="Arial"/>
              </a:rPr>
              <a:t>TinyFish would fetch official travel pages.</a:t>
            </a:r>
          </a:p>
          <a:p xmlns:a="http://schemas.openxmlformats.org/drawingml/2006/main">
            <a:pPr algn="l">
              <a:defRPr sz="2025" b="0">
                <a:solidFill>
                  <a:srgbClr val="A9C0CE"/>
                </a:solidFill>
                <a:latin typeface="Arial"/>
                <a:ea typeface="Arial"/>
                <a:cs typeface="Arial"/>
              </a:defRPr>
            </a:pPr>
            <a:r>
              <a:rPr sz="2025" b="0">
                <a:solidFill>
                  <a:srgbClr val="A9C0CE"/>
                </a:solidFill>
                <a:latin typeface="Arial"/>
                <a:ea typeface="Arial"/>
                <a:cs typeface="Arial"/>
              </a:rPr>
              <a:t>The adapter would retain URLs, fetch</a:t>
            </a:r>
          </a:p>
          <a:p xmlns:a="http://schemas.openxmlformats.org/drawingml/2006/main">
            <a:pPr algn="l">
              <a:defRPr sz="2025" b="0">
                <a:solidFill>
                  <a:srgbClr val="A9C0CE"/>
                </a:solidFill>
                <a:latin typeface="Arial"/>
                <a:ea typeface="Arial"/>
                <a:cs typeface="Arial"/>
              </a:defRPr>
            </a:pPr>
            <a:r>
              <a:rPr sz="2025" b="0">
                <a:solidFill>
                  <a:srgbClr val="A9C0CE"/>
                </a:solidFill>
                <a:latin typeface="Arial"/>
                <a:ea typeface="Arial"/>
                <a:cs typeface="Arial"/>
              </a:rPr>
              <a:t>times and evidence status.</a:t>
            </a:r>
          </a:p>
        </p:txBody>
      </p:sp>
      <p:pic>
        <p:nvPicPr>
          <p:cNvPr id="8" name="">
            <a:extLst xmlns:a="http://schemas.openxmlformats.org/drawingml/2006/main">
              <a:ext uri="{FF2B5EF4-FFF2-40B4-BE49-F238E27FC236}">
                <a16:creationId xmlns:a16="http://schemas.microsoft.com/office/drawing/2014/main" id="{1D7A361F-891F-45BE-9CAE-60264E37CAAB}"/>
              </a:ext>
            </a:extLst>
          </p:cNvPr>
          <p:cNvPicPr>
            <a:picLocks xmlns:a="http://schemas.openxmlformats.org/drawingml/2006/main" noChangeAspect="1"/>
          </p:cNvPicPr>
          <p:nvPr/>
        </p:nvPicPr>
        <p:blipFill>
          <a:blip xmlns:r="http://schemas.openxmlformats.org/officeDocument/2006/relationships" xmlns:a="http://schemas.openxmlformats.org/drawingml/2006/main" r:embed="R60b854ff265f4108"/>
          <a:stretch xmlns:a="http://schemas.openxmlformats.org/drawingml/2006/main"/>
        </p:blipFill>
        <p:spPr>
          <a:xfrm xmlns:a="http://schemas.openxmlformats.org/drawingml/2006/main">
            <a:off x="668655" y="4714875"/>
            <a:ext cx="4663440" cy="2914650"/>
          </a:xfrm>
          <a:prstGeom xmlns:a="http://schemas.openxmlformats.org/drawingml/2006/main" prst="rect">
            <a:avLst/>
          </a:prstGeom>
        </p:spPr>
      </p:pic>
      <p:sp>
        <p:nvSpPr>
          <p:cNvPr id="9" name="Existing source inspector; TinyFish remains planned.">
            <a:extLst xmlns:a="http://schemas.openxmlformats.org/drawingml/2006/main">
              <a:ext uri="{FF2B5EF4-FFF2-40B4-BE49-F238E27FC236}">
                <a16:creationId xmlns:a16="http://schemas.microsoft.com/office/drawing/2014/main" id="{008CAE36-C518-4CD5-B856-2C89D8884905}"/>
              </a:ext>
            </a:extLst>
          </p:cNvPr>
          <p:cNvSpPr>
            <a:spLocks xmlns:a="http://schemas.openxmlformats.org/drawingml/2006/main" noGrp="1"/>
          </p:cNvSpPr>
          <p:nvPr/>
        </p:nvSpPr>
        <p:spPr>
          <a:xfrm xmlns:a="http://schemas.openxmlformats.org/drawingml/2006/main">
            <a:off x="666750" y="7648575"/>
            <a:ext cx="481012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A9C0CE"/>
                </a:solidFill>
                <a:latin typeface="Arial"/>
                <a:ea typeface="Arial"/>
                <a:cs typeface="Arial"/>
              </a:defRPr>
            </a:defPPr>
            <a:lvl1pPr algn="l">
              <a:defRPr sz="1275" b="0">
                <a:solidFill>
                  <a:srgbClr val="A9C0CE"/>
                </a:solidFill>
                <a:latin typeface="Arial"/>
                <a:ea typeface="Arial"/>
                <a:cs typeface="Arial"/>
              </a:defRPr>
            </a:lvl1pPr>
            <a:lvl2pPr algn="l">
              <a:defRPr sz="1275" b="0">
                <a:solidFill>
                  <a:srgbClr val="A9C0CE"/>
                </a:solidFill>
                <a:latin typeface="Arial"/>
                <a:ea typeface="Arial"/>
                <a:cs typeface="Arial"/>
              </a:defRPr>
            </a:lvl2pPr>
            <a:lvl3pPr algn="l">
              <a:defRPr sz="1275" b="0">
                <a:solidFill>
                  <a:srgbClr val="A9C0CE"/>
                </a:solidFill>
                <a:latin typeface="Arial"/>
                <a:ea typeface="Arial"/>
                <a:cs typeface="Arial"/>
              </a:defRPr>
            </a:lvl3pPr>
            <a:lvl4pPr algn="l">
              <a:defRPr sz="1275" b="0">
                <a:solidFill>
                  <a:srgbClr val="A9C0CE"/>
                </a:solidFill>
                <a:latin typeface="Arial"/>
                <a:ea typeface="Arial"/>
                <a:cs typeface="Arial"/>
              </a:defRPr>
            </a:lvl4pPr>
            <a:lvl5pPr algn="l">
              <a:defRPr sz="1275" b="0">
                <a:solidFill>
                  <a:srgbClr val="A9C0CE"/>
                </a:solidFill>
                <a:latin typeface="Arial"/>
                <a:ea typeface="Arial"/>
                <a:cs typeface="Arial"/>
              </a:defRPr>
            </a:lvl5pPr>
            <a:lvl6pPr algn="l">
              <a:defRPr sz="1275" b="0">
                <a:solidFill>
                  <a:srgbClr val="A9C0CE"/>
                </a:solidFill>
                <a:latin typeface="Arial"/>
                <a:ea typeface="Arial"/>
                <a:cs typeface="Arial"/>
              </a:defRPr>
            </a:lvl6pPr>
            <a:lvl7pPr algn="l">
              <a:defRPr sz="1275" b="0">
                <a:solidFill>
                  <a:srgbClr val="A9C0CE"/>
                </a:solidFill>
                <a:latin typeface="Arial"/>
                <a:ea typeface="Arial"/>
                <a:cs typeface="Arial"/>
              </a:defRPr>
            </a:lvl7pPr>
            <a:lvl8pPr algn="l">
              <a:defRPr sz="1275" b="0">
                <a:solidFill>
                  <a:srgbClr val="A9C0CE"/>
                </a:solidFill>
                <a:latin typeface="Arial"/>
                <a:ea typeface="Arial"/>
                <a:cs typeface="Arial"/>
              </a:defRPr>
            </a:lvl8pPr>
            <a:lvl9pPr algn="l">
              <a:defRPr sz="1275" b="0">
                <a:solidFill>
                  <a:srgbClr val="A9C0CE"/>
                </a:solidFill>
                <a:latin typeface="Arial"/>
                <a:ea typeface="Arial"/>
                <a:cs typeface="Arial"/>
              </a:defRPr>
            </a:lvl9pPr>
          </a:lstStyle>
          <a:p xmlns:a="http://schemas.openxmlformats.org/drawingml/2006/main">
            <a:pPr algn="l">
              <a:defRPr sz="1275" b="0">
                <a:solidFill>
                  <a:srgbClr val="A9C0CE"/>
                </a:solidFill>
                <a:latin typeface="Arial"/>
                <a:ea typeface="Arial"/>
                <a:cs typeface="Arial"/>
              </a:defRPr>
            </a:pPr>
            <a:r>
              <a:rPr sz="1275" b="0">
                <a:solidFill>
                  <a:srgbClr val="A9C0CE"/>
                </a:solidFill>
                <a:latin typeface="Arial"/>
                <a:ea typeface="Arial"/>
                <a:cs typeface="Arial"/>
              </a:rPr>
              <a:t>Existing source inspector; TinyFish remains planned.</a:t>
            </a:r>
          </a:p>
        </p:txBody>
      </p:sp>
      <p:sp>
        <p:nvSpPr>
          <p:cNvPr id="10" name="Official travel pages&#10;Opening hours / stay details">
            <a:extLst xmlns:a="http://schemas.openxmlformats.org/drawingml/2006/main">
              <a:ext uri="{FF2B5EF4-FFF2-40B4-BE49-F238E27FC236}">
                <a16:creationId xmlns:a16="http://schemas.microsoft.com/office/drawing/2014/main" id="{2803D8E0-0A42-4BBB-B26D-FC4C7164D23D}"/>
              </a:ext>
            </a:extLst>
          </p:cNvPr>
          <p:cNvSpPr>
            <a:spLocks xmlns:a="http://schemas.openxmlformats.org/drawingml/2006/main" noGrp="1"/>
          </p:cNvSpPr>
          <p:nvPr/>
        </p:nvSpPr>
        <p:spPr>
          <a:xfrm xmlns:a="http://schemas.openxmlformats.org/drawingml/2006/main">
            <a:off x="6286500" y="2381250"/>
            <a:ext cx="3429000" cy="1000125"/>
          </a:xfrm>
          <a:prstGeom xmlns:a="http://schemas.openxmlformats.org/drawingml/2006/main" prst="rect">
            <a:avLst/>
          </a:prstGeom>
          <a:solidFill xmlns:a="http://schemas.openxmlformats.org/drawingml/2006/main">
            <a:srgbClr val="17394D"/>
          </a:solidFill>
          <a:ln xmlns:a="http://schemas.openxmlformats.org/drawingml/2006/main" w="14288">
            <a:solidFill>
              <a:srgbClr val="527389"/>
            </a:solidFill>
          </a:ln>
        </p:spPr>
        <p:txBody>
          <a:bodyPr xmlns:a="http://schemas.openxmlformats.org/drawingml/2006/main" wrap="square" lIns="114300" tIns="114300" rIns="114300" bIns="114300" anchor="ctr">
            <a:noAutofit/>
          </a:bodyPr>
          <a:lstStyle xmlns:a="http://schemas.openxmlformats.org/drawingml/2006/main">
            <a:defPPr algn="ctr">
              <a:defRPr sz="2025" b="1">
                <a:solidFill>
                  <a:srgbClr val="FFFFFF"/>
                </a:solidFill>
                <a:latin typeface="Arial"/>
                <a:ea typeface="Arial"/>
                <a:cs typeface="Arial"/>
              </a:defRPr>
            </a:defPPr>
            <a:lvl1pPr algn="ctr">
              <a:defRPr sz="2025" b="1">
                <a:solidFill>
                  <a:srgbClr val="FFFFFF"/>
                </a:solidFill>
                <a:latin typeface="Arial"/>
                <a:ea typeface="Arial"/>
                <a:cs typeface="Arial"/>
              </a:defRPr>
            </a:lvl1pPr>
            <a:lvl2pPr algn="ctr">
              <a:defRPr sz="2025" b="1">
                <a:solidFill>
                  <a:srgbClr val="FFFFFF"/>
                </a:solidFill>
                <a:latin typeface="Arial"/>
                <a:ea typeface="Arial"/>
                <a:cs typeface="Arial"/>
              </a:defRPr>
            </a:lvl2pPr>
            <a:lvl3pPr algn="ctr">
              <a:defRPr sz="2025" b="1">
                <a:solidFill>
                  <a:srgbClr val="FFFFFF"/>
                </a:solidFill>
                <a:latin typeface="Arial"/>
                <a:ea typeface="Arial"/>
                <a:cs typeface="Arial"/>
              </a:defRPr>
            </a:lvl3pPr>
            <a:lvl4pPr algn="ctr">
              <a:defRPr sz="2025" b="1">
                <a:solidFill>
                  <a:srgbClr val="FFFFFF"/>
                </a:solidFill>
                <a:latin typeface="Arial"/>
                <a:ea typeface="Arial"/>
                <a:cs typeface="Arial"/>
              </a:defRPr>
            </a:lvl4pPr>
            <a:lvl5pPr algn="ctr">
              <a:defRPr sz="2025" b="1">
                <a:solidFill>
                  <a:srgbClr val="FFFFFF"/>
                </a:solidFill>
                <a:latin typeface="Arial"/>
                <a:ea typeface="Arial"/>
                <a:cs typeface="Arial"/>
              </a:defRPr>
            </a:lvl5pPr>
            <a:lvl6pPr algn="ctr">
              <a:defRPr sz="2025" b="1">
                <a:solidFill>
                  <a:srgbClr val="FFFFFF"/>
                </a:solidFill>
                <a:latin typeface="Arial"/>
                <a:ea typeface="Arial"/>
                <a:cs typeface="Arial"/>
              </a:defRPr>
            </a:lvl6pPr>
            <a:lvl7pPr algn="ctr">
              <a:defRPr sz="2025" b="1">
                <a:solidFill>
                  <a:srgbClr val="FFFFFF"/>
                </a:solidFill>
                <a:latin typeface="Arial"/>
                <a:ea typeface="Arial"/>
                <a:cs typeface="Arial"/>
              </a:defRPr>
            </a:lvl7pPr>
            <a:lvl8pPr algn="ctr">
              <a:defRPr sz="2025" b="1">
                <a:solidFill>
                  <a:srgbClr val="FFFFFF"/>
                </a:solidFill>
                <a:latin typeface="Arial"/>
                <a:ea typeface="Arial"/>
                <a:cs typeface="Arial"/>
              </a:defRPr>
            </a:lvl8pPr>
            <a:lvl9pPr algn="ctr">
              <a:defRPr sz="2025" b="1">
                <a:solidFill>
                  <a:srgbClr val="FFFFFF"/>
                </a:solidFill>
                <a:latin typeface="Arial"/>
                <a:ea typeface="Arial"/>
                <a:cs typeface="Arial"/>
              </a:defRPr>
            </a:lvl9pPr>
          </a:lstStyle>
          <a:p xmlns:a="http://schemas.openxmlformats.org/drawingml/2006/main">
            <a:pPr algn="ctr">
              <a:defRPr sz="2025" b="1">
                <a:solidFill>
                  <a:srgbClr val="FFFFFF"/>
                </a:solidFill>
                <a:latin typeface="Arial"/>
                <a:ea typeface="Arial"/>
                <a:cs typeface="Arial"/>
              </a:defRPr>
            </a:pPr>
            <a:r>
              <a:rPr sz="2025" b="1">
                <a:solidFill>
                  <a:srgbClr val="FFFFFF"/>
                </a:solidFill>
                <a:latin typeface="Arial"/>
                <a:ea typeface="Arial"/>
                <a:cs typeface="Arial"/>
              </a:rPr>
              <a:t>Official travel pages</a:t>
            </a:r>
          </a:p>
          <a:p xmlns:a="http://schemas.openxmlformats.org/drawingml/2006/main">
            <a:pPr algn="ctr">
              <a:defRPr sz="2025" b="1">
                <a:solidFill>
                  <a:srgbClr val="FFFFFF"/>
                </a:solidFill>
                <a:latin typeface="Arial"/>
                <a:ea typeface="Arial"/>
                <a:cs typeface="Arial"/>
              </a:defRPr>
            </a:pPr>
            <a:r>
              <a:rPr sz="2025" b="1">
                <a:solidFill>
                  <a:srgbClr val="FFFFFF"/>
                </a:solidFill>
                <a:latin typeface="Arial"/>
                <a:ea typeface="Arial"/>
                <a:cs typeface="Arial"/>
              </a:rPr>
              <a:t>Opening hours / stay details</a:t>
            </a:r>
          </a:p>
        </p:txBody>
      </p:sp>
      <p:sp>
        <p:nvSpPr>
          <p:cNvPr id="11" name="TinyFish&#10;Fetch or Web Agent">
            <a:extLst xmlns:a="http://schemas.openxmlformats.org/drawingml/2006/main">
              <a:ext uri="{FF2B5EF4-FFF2-40B4-BE49-F238E27FC236}">
                <a16:creationId xmlns:a16="http://schemas.microsoft.com/office/drawing/2014/main" id="{1F1D55A1-5A95-47A4-BE9B-31939CB5B31D}"/>
              </a:ext>
            </a:extLst>
          </p:cNvPr>
          <p:cNvSpPr>
            <a:spLocks xmlns:a="http://schemas.openxmlformats.org/drawingml/2006/main" noGrp="1"/>
          </p:cNvSpPr>
          <p:nvPr/>
        </p:nvSpPr>
        <p:spPr>
          <a:xfrm xmlns:a="http://schemas.openxmlformats.org/drawingml/2006/main">
            <a:off x="11049000" y="2381250"/>
            <a:ext cx="3524250" cy="1000125"/>
          </a:xfrm>
          <a:prstGeom xmlns:a="http://schemas.openxmlformats.org/drawingml/2006/main" prst="rect">
            <a:avLst/>
          </a:prstGeom>
          <a:solidFill xmlns:a="http://schemas.openxmlformats.org/drawingml/2006/main">
            <a:srgbClr val="523622"/>
          </a:solidFill>
          <a:ln xmlns:a="http://schemas.openxmlformats.org/drawingml/2006/main" w="14288">
            <a:solidFill>
              <a:srgbClr val="EF7930"/>
            </a:solidFill>
          </a:ln>
        </p:spPr>
        <p:txBody>
          <a:bodyPr xmlns:a="http://schemas.openxmlformats.org/drawingml/2006/main" wrap="square" lIns="114300" tIns="114300" rIns="114300" bIns="114300" anchor="ctr">
            <a:noAutofit/>
          </a:bodyPr>
          <a:lstStyle xmlns:a="http://schemas.openxmlformats.org/drawingml/2006/main">
            <a:defPPr algn="ctr">
              <a:defRPr sz="2100" b="1">
                <a:solidFill>
                  <a:srgbClr val="FFFFFF"/>
                </a:solidFill>
                <a:latin typeface="Arial"/>
                <a:ea typeface="Arial"/>
                <a:cs typeface="Arial"/>
              </a:defRPr>
            </a:defPPr>
            <a:lvl1pPr algn="ctr">
              <a:defRPr sz="2100" b="1">
                <a:solidFill>
                  <a:srgbClr val="FFFFFF"/>
                </a:solidFill>
                <a:latin typeface="Arial"/>
                <a:ea typeface="Arial"/>
                <a:cs typeface="Arial"/>
              </a:defRPr>
            </a:lvl1pPr>
            <a:lvl2pPr algn="ctr">
              <a:defRPr sz="2100" b="1">
                <a:solidFill>
                  <a:srgbClr val="FFFFFF"/>
                </a:solidFill>
                <a:latin typeface="Arial"/>
                <a:ea typeface="Arial"/>
                <a:cs typeface="Arial"/>
              </a:defRPr>
            </a:lvl2pPr>
            <a:lvl3pPr algn="ctr">
              <a:defRPr sz="2100" b="1">
                <a:solidFill>
                  <a:srgbClr val="FFFFFF"/>
                </a:solidFill>
                <a:latin typeface="Arial"/>
                <a:ea typeface="Arial"/>
                <a:cs typeface="Arial"/>
              </a:defRPr>
            </a:lvl3pPr>
            <a:lvl4pPr algn="ctr">
              <a:defRPr sz="2100" b="1">
                <a:solidFill>
                  <a:srgbClr val="FFFFFF"/>
                </a:solidFill>
                <a:latin typeface="Arial"/>
                <a:ea typeface="Arial"/>
                <a:cs typeface="Arial"/>
              </a:defRPr>
            </a:lvl4pPr>
            <a:lvl5pPr algn="ctr">
              <a:defRPr sz="2100" b="1">
                <a:solidFill>
                  <a:srgbClr val="FFFFFF"/>
                </a:solidFill>
                <a:latin typeface="Arial"/>
                <a:ea typeface="Arial"/>
                <a:cs typeface="Arial"/>
              </a:defRPr>
            </a:lvl5pPr>
            <a:lvl6pPr algn="ctr">
              <a:defRPr sz="2100" b="1">
                <a:solidFill>
                  <a:srgbClr val="FFFFFF"/>
                </a:solidFill>
                <a:latin typeface="Arial"/>
                <a:ea typeface="Arial"/>
                <a:cs typeface="Arial"/>
              </a:defRPr>
            </a:lvl6pPr>
            <a:lvl7pPr algn="ctr">
              <a:defRPr sz="2100" b="1">
                <a:solidFill>
                  <a:srgbClr val="FFFFFF"/>
                </a:solidFill>
                <a:latin typeface="Arial"/>
                <a:ea typeface="Arial"/>
                <a:cs typeface="Arial"/>
              </a:defRPr>
            </a:lvl7pPr>
            <a:lvl8pPr algn="ctr">
              <a:defRPr sz="2100" b="1">
                <a:solidFill>
                  <a:srgbClr val="FFFFFF"/>
                </a:solidFill>
                <a:latin typeface="Arial"/>
                <a:ea typeface="Arial"/>
                <a:cs typeface="Arial"/>
              </a:defRPr>
            </a:lvl8pPr>
            <a:lvl9pPr algn="ctr">
              <a:defRPr sz="2100" b="1">
                <a:solidFill>
                  <a:srgbClr val="FFFFFF"/>
                </a:solidFill>
                <a:latin typeface="Arial"/>
                <a:ea typeface="Arial"/>
                <a:cs typeface="Arial"/>
              </a:defRPr>
            </a:lvl9pPr>
          </a:lstStyle>
          <a:p xmlns:a="http://schemas.openxmlformats.org/drawingml/2006/main">
            <a:pPr algn="ctr">
              <a:defRPr sz="2100" b="1">
                <a:solidFill>
                  <a:srgbClr val="FFFFFF"/>
                </a:solidFill>
                <a:latin typeface="Arial"/>
                <a:ea typeface="Arial"/>
                <a:cs typeface="Arial"/>
              </a:defRPr>
            </a:pPr>
            <a:r>
              <a:rPr sz="2100" b="1">
                <a:solidFill>
                  <a:srgbClr val="FFFFFF"/>
                </a:solidFill>
                <a:latin typeface="Arial"/>
                <a:ea typeface="Arial"/>
                <a:cs typeface="Arial"/>
              </a:rPr>
              <a:t>TinyFish</a:t>
            </a:r>
          </a:p>
          <a:p xmlns:a="http://schemas.openxmlformats.org/drawingml/2006/main">
            <a:pPr algn="ctr">
              <a:defRPr sz="2100" b="1">
                <a:solidFill>
                  <a:srgbClr val="FFFFFF"/>
                </a:solidFill>
                <a:latin typeface="Arial"/>
                <a:ea typeface="Arial"/>
                <a:cs typeface="Arial"/>
              </a:defRPr>
            </a:pPr>
            <a:r>
              <a:rPr sz="2100" b="1">
                <a:solidFill>
                  <a:srgbClr val="FFFFFF"/>
                </a:solidFill>
                <a:latin typeface="Arial"/>
                <a:ea typeface="Arial"/>
                <a:cs typeface="Arial"/>
              </a:rPr>
              <a:t>Fetch or Web Agent</a:t>
            </a:r>
          </a:p>
        </p:txBody>
      </p:sp>
      <p:sp>
        <p:nvSpPr>
          <p:cNvPr id="12" name="Evidence adapter&#10;URL + fetched time + status">
            <a:extLst xmlns:a="http://schemas.openxmlformats.org/drawingml/2006/main">
              <a:ext uri="{FF2B5EF4-FFF2-40B4-BE49-F238E27FC236}">
                <a16:creationId xmlns:a16="http://schemas.microsoft.com/office/drawing/2014/main" id="{AAF427E3-ACB6-4136-A696-2370CB5AB037}"/>
              </a:ext>
            </a:extLst>
          </p:cNvPr>
          <p:cNvSpPr>
            <a:spLocks xmlns:a="http://schemas.openxmlformats.org/drawingml/2006/main" noGrp="1"/>
          </p:cNvSpPr>
          <p:nvPr/>
        </p:nvSpPr>
        <p:spPr>
          <a:xfrm xmlns:a="http://schemas.openxmlformats.org/drawingml/2006/main">
            <a:off x="11049000" y="4619625"/>
            <a:ext cx="3524250" cy="1000125"/>
          </a:xfrm>
          <a:prstGeom xmlns:a="http://schemas.openxmlformats.org/drawingml/2006/main" prst="rect">
            <a:avLst/>
          </a:prstGeom>
          <a:solidFill xmlns:a="http://schemas.openxmlformats.org/drawingml/2006/main">
            <a:srgbClr val="17394D"/>
          </a:solidFill>
          <a:ln xmlns:a="http://schemas.openxmlformats.org/drawingml/2006/main" w="14288">
            <a:solidFill>
              <a:srgbClr val="527389"/>
            </a:solidFill>
          </a:ln>
        </p:spPr>
        <p:txBody>
          <a:bodyPr xmlns:a="http://schemas.openxmlformats.org/drawingml/2006/main" wrap="square" lIns="114300" tIns="114300" rIns="114300" bIns="114300" anchor="ctr">
            <a:noAutofit/>
          </a:bodyPr>
          <a:lstStyle xmlns:a="http://schemas.openxmlformats.org/drawingml/2006/main">
            <a:defPPr algn="ctr">
              <a:defRPr sz="1950" b="1">
                <a:solidFill>
                  <a:srgbClr val="FFFFFF"/>
                </a:solidFill>
                <a:latin typeface="Arial"/>
                <a:ea typeface="Arial"/>
                <a:cs typeface="Arial"/>
              </a:defRPr>
            </a:defPPr>
            <a:lvl1pPr algn="ctr">
              <a:defRPr sz="1950" b="1">
                <a:solidFill>
                  <a:srgbClr val="FFFFFF"/>
                </a:solidFill>
                <a:latin typeface="Arial"/>
                <a:ea typeface="Arial"/>
                <a:cs typeface="Arial"/>
              </a:defRPr>
            </a:lvl1pPr>
            <a:lvl2pPr algn="ctr">
              <a:defRPr sz="1950" b="1">
                <a:solidFill>
                  <a:srgbClr val="FFFFFF"/>
                </a:solidFill>
                <a:latin typeface="Arial"/>
                <a:ea typeface="Arial"/>
                <a:cs typeface="Arial"/>
              </a:defRPr>
            </a:lvl2pPr>
            <a:lvl3pPr algn="ctr">
              <a:defRPr sz="1950" b="1">
                <a:solidFill>
                  <a:srgbClr val="FFFFFF"/>
                </a:solidFill>
                <a:latin typeface="Arial"/>
                <a:ea typeface="Arial"/>
                <a:cs typeface="Arial"/>
              </a:defRPr>
            </a:lvl3pPr>
            <a:lvl4pPr algn="ctr">
              <a:defRPr sz="1950" b="1">
                <a:solidFill>
                  <a:srgbClr val="FFFFFF"/>
                </a:solidFill>
                <a:latin typeface="Arial"/>
                <a:ea typeface="Arial"/>
                <a:cs typeface="Arial"/>
              </a:defRPr>
            </a:lvl4pPr>
            <a:lvl5pPr algn="ctr">
              <a:defRPr sz="1950" b="1">
                <a:solidFill>
                  <a:srgbClr val="FFFFFF"/>
                </a:solidFill>
                <a:latin typeface="Arial"/>
                <a:ea typeface="Arial"/>
                <a:cs typeface="Arial"/>
              </a:defRPr>
            </a:lvl5pPr>
            <a:lvl6pPr algn="ctr">
              <a:defRPr sz="1950" b="1">
                <a:solidFill>
                  <a:srgbClr val="FFFFFF"/>
                </a:solidFill>
                <a:latin typeface="Arial"/>
                <a:ea typeface="Arial"/>
                <a:cs typeface="Arial"/>
              </a:defRPr>
            </a:lvl6pPr>
            <a:lvl7pPr algn="ctr">
              <a:defRPr sz="1950" b="1">
                <a:solidFill>
                  <a:srgbClr val="FFFFFF"/>
                </a:solidFill>
                <a:latin typeface="Arial"/>
                <a:ea typeface="Arial"/>
                <a:cs typeface="Arial"/>
              </a:defRPr>
            </a:lvl7pPr>
            <a:lvl8pPr algn="ctr">
              <a:defRPr sz="1950" b="1">
                <a:solidFill>
                  <a:srgbClr val="FFFFFF"/>
                </a:solidFill>
                <a:latin typeface="Arial"/>
                <a:ea typeface="Arial"/>
                <a:cs typeface="Arial"/>
              </a:defRPr>
            </a:lvl8pPr>
            <a:lvl9pPr algn="ctr">
              <a:defRPr sz="1950" b="1">
                <a:solidFill>
                  <a:srgbClr val="FFFFFF"/>
                </a:solidFill>
                <a:latin typeface="Arial"/>
                <a:ea typeface="Arial"/>
                <a:cs typeface="Arial"/>
              </a:defRPr>
            </a:lvl9pPr>
          </a:lstStyle>
          <a:p xmlns:a="http://schemas.openxmlformats.org/drawingml/2006/main">
            <a:pPr algn="ctr">
              <a:defRPr sz="1950" b="1">
                <a:solidFill>
                  <a:srgbClr val="FFFFFF"/>
                </a:solidFill>
                <a:latin typeface="Arial"/>
                <a:ea typeface="Arial"/>
                <a:cs typeface="Arial"/>
              </a:defRPr>
            </a:pPr>
            <a:r>
              <a:rPr sz="1950" b="1">
                <a:solidFill>
                  <a:srgbClr val="FFFFFF"/>
                </a:solidFill>
                <a:latin typeface="Arial"/>
                <a:ea typeface="Arial"/>
                <a:cs typeface="Arial"/>
              </a:rPr>
              <a:t>Evidence adapter</a:t>
            </a:r>
          </a:p>
          <a:p xmlns:a="http://schemas.openxmlformats.org/drawingml/2006/main">
            <a:pPr algn="ctr">
              <a:defRPr sz="1950" b="1">
                <a:solidFill>
                  <a:srgbClr val="FFFFFF"/>
                </a:solidFill>
                <a:latin typeface="Arial"/>
                <a:ea typeface="Arial"/>
                <a:cs typeface="Arial"/>
              </a:defRPr>
            </a:pPr>
            <a:r>
              <a:rPr sz="1950" b="1">
                <a:solidFill>
                  <a:srgbClr val="FFFFFF"/>
                </a:solidFill>
                <a:latin typeface="Arial"/>
                <a:ea typeface="Arial"/>
                <a:cs typeface="Arial"/>
              </a:rPr>
              <a:t>URL + fetched time + status</a:t>
            </a:r>
          </a:p>
        </p:txBody>
      </p:sp>
      <p:sp>
        <p:nvSpPr>
          <p:cNvPr id="13" name="Scoped memory gateway&#10;Evidence review + freshness">
            <a:extLst xmlns:a="http://schemas.openxmlformats.org/drawingml/2006/main">
              <a:ext uri="{FF2B5EF4-FFF2-40B4-BE49-F238E27FC236}">
                <a16:creationId xmlns:a16="http://schemas.microsoft.com/office/drawing/2014/main" id="{C8568EBD-A9B0-47EC-8513-1B90319E06E4}"/>
              </a:ext>
            </a:extLst>
          </p:cNvPr>
          <p:cNvSpPr>
            <a:spLocks xmlns:a="http://schemas.openxmlformats.org/drawingml/2006/main" noGrp="1"/>
          </p:cNvSpPr>
          <p:nvPr/>
        </p:nvSpPr>
        <p:spPr>
          <a:xfrm xmlns:a="http://schemas.openxmlformats.org/drawingml/2006/main">
            <a:off x="6286500" y="4619625"/>
            <a:ext cx="3429000" cy="1000125"/>
          </a:xfrm>
          <a:prstGeom xmlns:a="http://schemas.openxmlformats.org/drawingml/2006/main" prst="rect">
            <a:avLst/>
          </a:prstGeom>
          <a:solidFill xmlns:a="http://schemas.openxmlformats.org/drawingml/2006/main">
            <a:srgbClr val="17394D"/>
          </a:solidFill>
          <a:ln xmlns:a="http://schemas.openxmlformats.org/drawingml/2006/main" w="14288">
            <a:solidFill>
              <a:srgbClr val="527389"/>
            </a:solidFill>
          </a:ln>
        </p:spPr>
        <p:txBody>
          <a:bodyPr xmlns:a="http://schemas.openxmlformats.org/drawingml/2006/main" wrap="square" lIns="114300" tIns="114300" rIns="114300" bIns="114300" anchor="ctr">
            <a:noAutofit/>
          </a:bodyPr>
          <a:lstStyle xmlns:a="http://schemas.openxmlformats.org/drawingml/2006/main">
            <a:defPPr algn="ctr">
              <a:defRPr sz="1950" b="1">
                <a:solidFill>
                  <a:srgbClr val="FFFFFF"/>
                </a:solidFill>
                <a:latin typeface="Arial"/>
                <a:ea typeface="Arial"/>
                <a:cs typeface="Arial"/>
              </a:defRPr>
            </a:defPPr>
            <a:lvl1pPr algn="ctr">
              <a:defRPr sz="1950" b="1">
                <a:solidFill>
                  <a:srgbClr val="FFFFFF"/>
                </a:solidFill>
                <a:latin typeface="Arial"/>
                <a:ea typeface="Arial"/>
                <a:cs typeface="Arial"/>
              </a:defRPr>
            </a:lvl1pPr>
            <a:lvl2pPr algn="ctr">
              <a:defRPr sz="1950" b="1">
                <a:solidFill>
                  <a:srgbClr val="FFFFFF"/>
                </a:solidFill>
                <a:latin typeface="Arial"/>
                <a:ea typeface="Arial"/>
                <a:cs typeface="Arial"/>
              </a:defRPr>
            </a:lvl2pPr>
            <a:lvl3pPr algn="ctr">
              <a:defRPr sz="1950" b="1">
                <a:solidFill>
                  <a:srgbClr val="FFFFFF"/>
                </a:solidFill>
                <a:latin typeface="Arial"/>
                <a:ea typeface="Arial"/>
                <a:cs typeface="Arial"/>
              </a:defRPr>
            </a:lvl3pPr>
            <a:lvl4pPr algn="ctr">
              <a:defRPr sz="1950" b="1">
                <a:solidFill>
                  <a:srgbClr val="FFFFFF"/>
                </a:solidFill>
                <a:latin typeface="Arial"/>
                <a:ea typeface="Arial"/>
                <a:cs typeface="Arial"/>
              </a:defRPr>
            </a:lvl4pPr>
            <a:lvl5pPr algn="ctr">
              <a:defRPr sz="1950" b="1">
                <a:solidFill>
                  <a:srgbClr val="FFFFFF"/>
                </a:solidFill>
                <a:latin typeface="Arial"/>
                <a:ea typeface="Arial"/>
                <a:cs typeface="Arial"/>
              </a:defRPr>
            </a:lvl5pPr>
            <a:lvl6pPr algn="ctr">
              <a:defRPr sz="1950" b="1">
                <a:solidFill>
                  <a:srgbClr val="FFFFFF"/>
                </a:solidFill>
                <a:latin typeface="Arial"/>
                <a:ea typeface="Arial"/>
                <a:cs typeface="Arial"/>
              </a:defRPr>
            </a:lvl6pPr>
            <a:lvl7pPr algn="ctr">
              <a:defRPr sz="1950" b="1">
                <a:solidFill>
                  <a:srgbClr val="FFFFFF"/>
                </a:solidFill>
                <a:latin typeface="Arial"/>
                <a:ea typeface="Arial"/>
                <a:cs typeface="Arial"/>
              </a:defRPr>
            </a:lvl7pPr>
            <a:lvl8pPr algn="ctr">
              <a:defRPr sz="1950" b="1">
                <a:solidFill>
                  <a:srgbClr val="FFFFFF"/>
                </a:solidFill>
                <a:latin typeface="Arial"/>
                <a:ea typeface="Arial"/>
                <a:cs typeface="Arial"/>
              </a:defRPr>
            </a:lvl8pPr>
            <a:lvl9pPr algn="ctr">
              <a:defRPr sz="1950" b="1">
                <a:solidFill>
                  <a:srgbClr val="FFFFFF"/>
                </a:solidFill>
                <a:latin typeface="Arial"/>
                <a:ea typeface="Arial"/>
                <a:cs typeface="Arial"/>
              </a:defRPr>
            </a:lvl9pPr>
          </a:lstStyle>
          <a:p xmlns:a="http://schemas.openxmlformats.org/drawingml/2006/main">
            <a:pPr algn="ctr">
              <a:defRPr sz="1950" b="1">
                <a:solidFill>
                  <a:srgbClr val="FFFFFF"/>
                </a:solidFill>
                <a:latin typeface="Arial"/>
                <a:ea typeface="Arial"/>
                <a:cs typeface="Arial"/>
              </a:defRPr>
            </a:pPr>
            <a:r>
              <a:rPr sz="1950" b="1">
                <a:solidFill>
                  <a:srgbClr val="FFFFFF"/>
                </a:solidFill>
                <a:latin typeface="Arial"/>
                <a:ea typeface="Arial"/>
                <a:cs typeface="Arial"/>
              </a:rPr>
              <a:t>Scoped memory gateway</a:t>
            </a:r>
          </a:p>
          <a:p xmlns:a="http://schemas.openxmlformats.org/drawingml/2006/main">
            <a:pPr algn="ctr">
              <a:defRPr sz="1950" b="1">
                <a:solidFill>
                  <a:srgbClr val="FFFFFF"/>
                </a:solidFill>
                <a:latin typeface="Arial"/>
                <a:ea typeface="Arial"/>
                <a:cs typeface="Arial"/>
              </a:defRPr>
            </a:pPr>
            <a:r>
              <a:rPr sz="1950" b="1">
                <a:solidFill>
                  <a:srgbClr val="FFFFFF"/>
                </a:solidFill>
                <a:latin typeface="Arial"/>
                <a:ea typeface="Arial"/>
                <a:cs typeface="Arial"/>
              </a:rPr>
              <a:t>Evidence review + freshness</a:t>
            </a:r>
          </a:p>
        </p:txBody>
      </p:sp>
      <p:sp>
        <p:nvSpPr>
          <p:cNvPr id="17" name="Acceptance before claiming integration">
            <a:extLst xmlns:a="http://schemas.openxmlformats.org/drawingml/2006/main">
              <a:ext uri="{FF2B5EF4-FFF2-40B4-BE49-F238E27FC236}">
                <a16:creationId xmlns:a16="http://schemas.microsoft.com/office/drawing/2014/main" id="{95C5BBCF-D6AB-4D2C-827B-F3514A1AAF31}"/>
              </a:ext>
            </a:extLst>
          </p:cNvPr>
          <p:cNvSpPr>
            <a:spLocks xmlns:a="http://schemas.openxmlformats.org/drawingml/2006/main" noGrp="1"/>
          </p:cNvSpPr>
          <p:nvPr/>
        </p:nvSpPr>
        <p:spPr>
          <a:xfrm xmlns:a="http://schemas.openxmlformats.org/drawingml/2006/main">
            <a:off x="6286500" y="6553200"/>
            <a:ext cx="8239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FFFFFF"/>
                </a:solidFill>
                <a:latin typeface="Arial"/>
                <a:ea typeface="Arial"/>
                <a:cs typeface="Arial"/>
              </a:defRPr>
            </a:defPPr>
            <a:lvl1pPr algn="l">
              <a:defRPr sz="2175" b="1">
                <a:solidFill>
                  <a:srgbClr val="FFFFFF"/>
                </a:solidFill>
                <a:latin typeface="Arial"/>
                <a:ea typeface="Arial"/>
                <a:cs typeface="Arial"/>
              </a:defRPr>
            </a:lvl1pPr>
            <a:lvl2pPr algn="l">
              <a:defRPr sz="2175" b="1">
                <a:solidFill>
                  <a:srgbClr val="FFFFFF"/>
                </a:solidFill>
                <a:latin typeface="Arial"/>
                <a:ea typeface="Arial"/>
                <a:cs typeface="Arial"/>
              </a:defRPr>
            </a:lvl2pPr>
            <a:lvl3pPr algn="l">
              <a:defRPr sz="2175" b="1">
                <a:solidFill>
                  <a:srgbClr val="FFFFFF"/>
                </a:solidFill>
                <a:latin typeface="Arial"/>
                <a:ea typeface="Arial"/>
                <a:cs typeface="Arial"/>
              </a:defRPr>
            </a:lvl3pPr>
            <a:lvl4pPr algn="l">
              <a:defRPr sz="2175" b="1">
                <a:solidFill>
                  <a:srgbClr val="FFFFFF"/>
                </a:solidFill>
                <a:latin typeface="Arial"/>
                <a:ea typeface="Arial"/>
                <a:cs typeface="Arial"/>
              </a:defRPr>
            </a:lvl4pPr>
            <a:lvl5pPr algn="l">
              <a:defRPr sz="2175" b="1">
                <a:solidFill>
                  <a:srgbClr val="FFFFFF"/>
                </a:solidFill>
                <a:latin typeface="Arial"/>
                <a:ea typeface="Arial"/>
                <a:cs typeface="Arial"/>
              </a:defRPr>
            </a:lvl5pPr>
            <a:lvl6pPr algn="l">
              <a:defRPr sz="2175" b="1">
                <a:solidFill>
                  <a:srgbClr val="FFFFFF"/>
                </a:solidFill>
                <a:latin typeface="Arial"/>
                <a:ea typeface="Arial"/>
                <a:cs typeface="Arial"/>
              </a:defRPr>
            </a:lvl6pPr>
            <a:lvl7pPr algn="l">
              <a:defRPr sz="2175" b="1">
                <a:solidFill>
                  <a:srgbClr val="FFFFFF"/>
                </a:solidFill>
                <a:latin typeface="Arial"/>
                <a:ea typeface="Arial"/>
                <a:cs typeface="Arial"/>
              </a:defRPr>
            </a:lvl7pPr>
            <a:lvl8pPr algn="l">
              <a:defRPr sz="2175" b="1">
                <a:solidFill>
                  <a:srgbClr val="FFFFFF"/>
                </a:solidFill>
                <a:latin typeface="Arial"/>
                <a:ea typeface="Arial"/>
                <a:cs typeface="Arial"/>
              </a:defRPr>
            </a:lvl8pPr>
            <a:lvl9pPr algn="l">
              <a:defRPr sz="2175" b="1">
                <a:solidFill>
                  <a:srgbClr val="FFFFFF"/>
                </a:solidFill>
                <a:latin typeface="Arial"/>
                <a:ea typeface="Arial"/>
                <a:cs typeface="Arial"/>
              </a:defRPr>
            </a:lvl9pPr>
          </a:lstStyle>
          <a:p xmlns:a="http://schemas.openxmlformats.org/drawingml/2006/main">
            <a:pPr algn="l">
              <a:defRPr sz="2175" b="1">
                <a:solidFill>
                  <a:srgbClr val="FFFFFF"/>
                </a:solidFill>
                <a:latin typeface="Arial"/>
                <a:ea typeface="Arial"/>
                <a:cs typeface="Arial"/>
              </a:defRPr>
            </a:pPr>
            <a:r>
              <a:rPr sz="2175" b="1">
                <a:solidFill>
                  <a:srgbClr val="FFFFFF"/>
                </a:solidFill>
                <a:latin typeface="Arial"/>
                <a:ea typeface="Arial"/>
                <a:cs typeface="Arial"/>
              </a:rPr>
              <a:t>Acceptance before claiming integration</a:t>
            </a:r>
          </a:p>
        </p:txBody>
      </p:sp>
      <p:sp>
        <p:nvSpPr>
          <p:cNvPr id="18" name="A real provider run, retained source evidence, error handlin">
            <a:extLst xmlns:a="http://schemas.openxmlformats.org/drawingml/2006/main">
              <a:ext uri="{FF2B5EF4-FFF2-40B4-BE49-F238E27FC236}">
                <a16:creationId xmlns:a16="http://schemas.microsoft.com/office/drawing/2014/main" id="{DC43DAD5-D5B0-40F2-BFCD-394697D00B41}"/>
              </a:ext>
            </a:extLst>
          </p:cNvPr>
          <p:cNvSpPr>
            <a:spLocks xmlns:a="http://schemas.openxmlformats.org/drawingml/2006/main" noGrp="1"/>
          </p:cNvSpPr>
          <p:nvPr/>
        </p:nvSpPr>
        <p:spPr>
          <a:xfrm xmlns:a="http://schemas.openxmlformats.org/drawingml/2006/main">
            <a:off x="6286500" y="7077075"/>
            <a:ext cx="82391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A9C0CE"/>
                </a:solidFill>
                <a:latin typeface="Arial"/>
                <a:ea typeface="Arial"/>
                <a:cs typeface="Arial"/>
              </a:defRPr>
            </a:defPPr>
            <a:lvl1pPr algn="l">
              <a:defRPr sz="1950" b="0">
                <a:solidFill>
                  <a:srgbClr val="A9C0CE"/>
                </a:solidFill>
                <a:latin typeface="Arial"/>
                <a:ea typeface="Arial"/>
                <a:cs typeface="Arial"/>
              </a:defRPr>
            </a:lvl1pPr>
            <a:lvl2pPr algn="l">
              <a:defRPr sz="1950" b="0">
                <a:solidFill>
                  <a:srgbClr val="A9C0CE"/>
                </a:solidFill>
                <a:latin typeface="Arial"/>
                <a:ea typeface="Arial"/>
                <a:cs typeface="Arial"/>
              </a:defRPr>
            </a:lvl2pPr>
            <a:lvl3pPr algn="l">
              <a:defRPr sz="1950" b="0">
                <a:solidFill>
                  <a:srgbClr val="A9C0CE"/>
                </a:solidFill>
                <a:latin typeface="Arial"/>
                <a:ea typeface="Arial"/>
                <a:cs typeface="Arial"/>
              </a:defRPr>
            </a:lvl3pPr>
            <a:lvl4pPr algn="l">
              <a:defRPr sz="1950" b="0">
                <a:solidFill>
                  <a:srgbClr val="A9C0CE"/>
                </a:solidFill>
                <a:latin typeface="Arial"/>
                <a:ea typeface="Arial"/>
                <a:cs typeface="Arial"/>
              </a:defRPr>
            </a:lvl4pPr>
            <a:lvl5pPr algn="l">
              <a:defRPr sz="1950" b="0">
                <a:solidFill>
                  <a:srgbClr val="A9C0CE"/>
                </a:solidFill>
                <a:latin typeface="Arial"/>
                <a:ea typeface="Arial"/>
                <a:cs typeface="Arial"/>
              </a:defRPr>
            </a:lvl5pPr>
            <a:lvl6pPr algn="l">
              <a:defRPr sz="1950" b="0">
                <a:solidFill>
                  <a:srgbClr val="A9C0CE"/>
                </a:solidFill>
                <a:latin typeface="Arial"/>
                <a:ea typeface="Arial"/>
                <a:cs typeface="Arial"/>
              </a:defRPr>
            </a:lvl6pPr>
            <a:lvl7pPr algn="l">
              <a:defRPr sz="1950" b="0">
                <a:solidFill>
                  <a:srgbClr val="A9C0CE"/>
                </a:solidFill>
                <a:latin typeface="Arial"/>
                <a:ea typeface="Arial"/>
                <a:cs typeface="Arial"/>
              </a:defRPr>
            </a:lvl7pPr>
            <a:lvl8pPr algn="l">
              <a:defRPr sz="1950" b="0">
                <a:solidFill>
                  <a:srgbClr val="A9C0CE"/>
                </a:solidFill>
                <a:latin typeface="Arial"/>
                <a:ea typeface="Arial"/>
                <a:cs typeface="Arial"/>
              </a:defRPr>
            </a:lvl8pPr>
            <a:lvl9pPr algn="l">
              <a:defRPr sz="1950" b="0">
                <a:solidFill>
                  <a:srgbClr val="A9C0CE"/>
                </a:solidFill>
                <a:latin typeface="Arial"/>
                <a:ea typeface="Arial"/>
                <a:cs typeface="Arial"/>
              </a:defRPr>
            </a:lvl9pPr>
          </a:lstStyle>
          <a:p xmlns:a="http://schemas.openxmlformats.org/drawingml/2006/main">
            <a:pPr algn="l">
              <a:defRPr sz="1950" b="0">
                <a:solidFill>
                  <a:srgbClr val="A9C0CE"/>
                </a:solidFill>
                <a:latin typeface="Arial"/>
                <a:ea typeface="Arial"/>
                <a:cs typeface="Arial"/>
              </a:defRPr>
            </a:pPr>
            <a:r>
              <a:rPr sz="1950" b="0">
                <a:solidFill>
                  <a:srgbClr val="A9C0CE"/>
                </a:solidFill>
                <a:latin typeface="Arial"/>
                <a:ea typeface="Arial"/>
                <a:cs typeface="Arial"/>
              </a:rPr>
              <a:t>A real provider run, retained source evidence, error handling</a:t>
            </a:r>
          </a:p>
          <a:p xmlns:a="http://schemas.openxmlformats.org/drawingml/2006/main">
            <a:pPr algn="l">
              <a:defRPr sz="1950" b="0">
                <a:solidFill>
                  <a:srgbClr val="A9C0CE"/>
                </a:solidFill>
                <a:latin typeface="Arial"/>
                <a:ea typeface="Arial"/>
                <a:cs typeface="Arial"/>
              </a:defRPr>
            </a:pPr>
            <a:r>
              <a:rPr sz="1950" b="0">
                <a:solidFill>
                  <a:srgbClr val="A9C0CE"/>
                </a:solidFill>
                <a:latin typeface="Arial"/>
                <a:ea typeface="Arial"/>
                <a:cs typeface="Arial"/>
              </a:rPr>
              <a:t>and a visible example in the README and demo video</a:t>
            </a:r>
          </a:p>
        </p:txBody>
      </p:sp>
    </p:spTree>
    <p:extLst>
      <p:ext uri="{BB962C8B-B14F-4D97-AF65-F5344CB8AC3E}">
        <p14:creationId xmlns:p14="http://schemas.microsoft.com/office/powerpoint/2010/main" val="1653065123"/>
      </p:ext>
    </p:extLst>
  </p:cSld>
</p:sld>
</file>

<file path=ppt/slides/slide7.xml><?xml version="1.0" encoding="utf-8"?>
<p:sld xmlns:p="http://schemas.openxmlformats.org/presentationml/2006/main">
  <p:cSld>
    <p:bg>
      <p:bgPr>
        <a:solidFill xmlns:a="http://schemas.openxmlformats.org/drawingml/2006/main">
          <a:srgbClr val="FAF7F0"/>
        </a:solidFill>
      </p:bgPr>
    </p:bg>
    <p:spTree>
      <p:nvGrpSpPr>
        <p:cNvPr id="1" name=""/>
        <p:cNvGrpSpPr/>
        <p:nvPr/>
      </p:nvGrpSpPr>
      <p:grpSpPr>
        <a:xfrm xmlns:a="http://schemas.openxmlformats.org/drawingml/2006/main"/>
      </p:grpSpPr>
      <p:sp>
        <p:nvSpPr>
          <p:cNvPr id="15" name="Measured context preparation and correctness">
            <a:extLst xmlns:a="http://schemas.openxmlformats.org/drawingml/2006/main">
              <a:ext uri="{FF2B5EF4-FFF2-40B4-BE49-F238E27FC236}">
                <a16:creationId xmlns:a16="http://schemas.microsoft.com/office/drawing/2014/main" id="{4A57B1DA-EE43-4DD3-B69B-9CAA9A130ACE}"/>
              </a:ext>
            </a:extLst>
          </p:cNvPr>
          <p:cNvSpPr>
            <a:spLocks xmlns:a="http://schemas.openxmlformats.org/drawingml/2006/main" noGrp="1"/>
          </p:cNvSpPr>
          <p:nvPr/>
        </p:nvSpPr>
        <p:spPr>
          <a:xfrm xmlns:a="http://schemas.openxmlformats.org/drawingml/2006/main">
            <a:off x="666750" y="571500"/>
            <a:ext cx="139065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750" b="1">
                <a:solidFill>
                  <a:srgbClr val="102D45"/>
                </a:solidFill>
                <a:latin typeface="Arial"/>
                <a:ea typeface="Arial"/>
                <a:cs typeface="Arial"/>
              </a:defRPr>
            </a:defPPr>
            <a:lvl1pPr algn="l">
              <a:defRPr sz="3750" b="1">
                <a:solidFill>
                  <a:srgbClr val="102D45"/>
                </a:solidFill>
                <a:latin typeface="Arial"/>
                <a:ea typeface="Arial"/>
                <a:cs typeface="Arial"/>
              </a:defRPr>
            </a:lvl1pPr>
            <a:lvl2pPr algn="l">
              <a:defRPr sz="3750" b="1">
                <a:solidFill>
                  <a:srgbClr val="102D45"/>
                </a:solidFill>
                <a:latin typeface="Arial"/>
                <a:ea typeface="Arial"/>
                <a:cs typeface="Arial"/>
              </a:defRPr>
            </a:lvl2pPr>
            <a:lvl3pPr algn="l">
              <a:defRPr sz="3750" b="1">
                <a:solidFill>
                  <a:srgbClr val="102D45"/>
                </a:solidFill>
                <a:latin typeface="Arial"/>
                <a:ea typeface="Arial"/>
                <a:cs typeface="Arial"/>
              </a:defRPr>
            </a:lvl3pPr>
            <a:lvl4pPr algn="l">
              <a:defRPr sz="3750" b="1">
                <a:solidFill>
                  <a:srgbClr val="102D45"/>
                </a:solidFill>
                <a:latin typeface="Arial"/>
                <a:ea typeface="Arial"/>
                <a:cs typeface="Arial"/>
              </a:defRPr>
            </a:lvl4pPr>
            <a:lvl5pPr algn="l">
              <a:defRPr sz="3750" b="1">
                <a:solidFill>
                  <a:srgbClr val="102D45"/>
                </a:solidFill>
                <a:latin typeface="Arial"/>
                <a:ea typeface="Arial"/>
                <a:cs typeface="Arial"/>
              </a:defRPr>
            </a:lvl5pPr>
            <a:lvl6pPr algn="l">
              <a:defRPr sz="3750" b="1">
                <a:solidFill>
                  <a:srgbClr val="102D45"/>
                </a:solidFill>
                <a:latin typeface="Arial"/>
                <a:ea typeface="Arial"/>
                <a:cs typeface="Arial"/>
              </a:defRPr>
            </a:lvl6pPr>
            <a:lvl7pPr algn="l">
              <a:defRPr sz="3750" b="1">
                <a:solidFill>
                  <a:srgbClr val="102D45"/>
                </a:solidFill>
                <a:latin typeface="Arial"/>
                <a:ea typeface="Arial"/>
                <a:cs typeface="Arial"/>
              </a:defRPr>
            </a:lvl7pPr>
            <a:lvl8pPr algn="l">
              <a:defRPr sz="3750" b="1">
                <a:solidFill>
                  <a:srgbClr val="102D45"/>
                </a:solidFill>
                <a:latin typeface="Arial"/>
                <a:ea typeface="Arial"/>
                <a:cs typeface="Arial"/>
              </a:defRPr>
            </a:lvl8pPr>
            <a:lvl9pPr algn="l">
              <a:defRPr sz="3750" b="1">
                <a:solidFill>
                  <a:srgbClr val="102D45"/>
                </a:solidFill>
                <a:latin typeface="Arial"/>
                <a:ea typeface="Arial"/>
                <a:cs typeface="Arial"/>
              </a:defRPr>
            </a:lvl9pPr>
          </a:lstStyle>
          <a:p xmlns:a="http://schemas.openxmlformats.org/drawingml/2006/main">
            <a:pPr algn="l">
              <a:defRPr sz="3750" b="1">
                <a:solidFill>
                  <a:srgbClr val="102D45"/>
                </a:solidFill>
                <a:latin typeface="Arial"/>
                <a:ea typeface="Arial"/>
                <a:cs typeface="Arial"/>
              </a:defRPr>
            </a:pPr>
            <a:r>
              <a:rPr sz="3750" b="1">
                <a:solidFill>
                  <a:srgbClr val="102D45"/>
                </a:solidFill>
                <a:latin typeface="Arial"/>
                <a:ea typeface="Arial"/>
                <a:cs typeface="Arial"/>
              </a:rPr>
              <a:t>Measured context preparation and correctness</a:t>
            </a:r>
          </a:p>
        </p:txBody>
      </p:sp>
      <p:sp>
        <p:nvSpPr>
          <p:cNvPr id="2" name="">
            <a:extLst xmlns:a="http://schemas.openxmlformats.org/drawingml/2006/main">
              <a:ext uri="{FF2B5EF4-FFF2-40B4-BE49-F238E27FC236}">
                <a16:creationId xmlns:a16="http://schemas.microsoft.com/office/drawing/2014/main" id="{2BA2E26A-E70B-4018-95BE-E517206C2419}"/>
              </a:ext>
            </a:extLst>
          </p:cNvPr>
          <p:cNvSpPr>
            <a:spLocks xmlns:a="http://schemas.openxmlformats.org/drawingml/2006/main" noGrp="1"/>
          </p:cNvSpPr>
          <p:nvPr/>
        </p:nvSpPr>
        <p:spPr>
          <a:xfrm xmlns:a="http://schemas.openxmlformats.org/drawingml/2006/main">
            <a:off x="666750" y="7905750"/>
            <a:ext cx="13906500" cy="0"/>
          </a:xfrm>
          <a:prstGeom xmlns:a="http://schemas.openxmlformats.org/drawingml/2006/main" prst="line">
            <a:avLst/>
          </a:prstGeom>
          <a:ln xmlns:a="http://schemas.openxmlformats.org/drawingml/2006/main" w="13335">
            <a:solidFill>
              <a:srgbClr val="C9D3DA"/>
            </a:solidFill>
          </a:ln>
        </p:spPr>
      </p:sp>
      <p:sp>
        <p:nvSpPr>
          <p:cNvPr id="3" name="UNSTOPPABLE 4s">
            <a:extLst xmlns:a="http://schemas.openxmlformats.org/drawingml/2006/main">
              <a:ext uri="{FF2B5EF4-FFF2-40B4-BE49-F238E27FC236}">
                <a16:creationId xmlns:a16="http://schemas.microsoft.com/office/drawing/2014/main" id="{C0D3115C-F7B7-4211-9139-45A82F604990}"/>
              </a:ext>
            </a:extLst>
          </p:cNvPr>
          <p:cNvSpPr>
            <a:spLocks xmlns:a="http://schemas.openxmlformats.org/drawingml/2006/main" noGrp="1"/>
          </p:cNvSpPr>
          <p:nvPr/>
        </p:nvSpPr>
        <p:spPr>
          <a:xfrm xmlns:a="http://schemas.openxmlformats.org/drawingml/2006/main">
            <a:off x="666750" y="8096250"/>
            <a:ext cx="5334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1">
                <a:solidFill>
                  <a:srgbClr val="53697A"/>
                </a:solidFill>
                <a:latin typeface="Arial"/>
                <a:ea typeface="Arial"/>
                <a:cs typeface="Arial"/>
              </a:defRPr>
            </a:defPPr>
            <a:lvl1pPr algn="l">
              <a:defRPr sz="1275" b="1">
                <a:solidFill>
                  <a:srgbClr val="53697A"/>
                </a:solidFill>
                <a:latin typeface="Arial"/>
                <a:ea typeface="Arial"/>
                <a:cs typeface="Arial"/>
              </a:defRPr>
            </a:lvl1pPr>
            <a:lvl2pPr algn="l">
              <a:defRPr sz="1275" b="1">
                <a:solidFill>
                  <a:srgbClr val="53697A"/>
                </a:solidFill>
                <a:latin typeface="Arial"/>
                <a:ea typeface="Arial"/>
                <a:cs typeface="Arial"/>
              </a:defRPr>
            </a:lvl2pPr>
            <a:lvl3pPr algn="l">
              <a:defRPr sz="1275" b="1">
                <a:solidFill>
                  <a:srgbClr val="53697A"/>
                </a:solidFill>
                <a:latin typeface="Arial"/>
                <a:ea typeface="Arial"/>
                <a:cs typeface="Arial"/>
              </a:defRPr>
            </a:lvl3pPr>
            <a:lvl4pPr algn="l">
              <a:defRPr sz="1275" b="1">
                <a:solidFill>
                  <a:srgbClr val="53697A"/>
                </a:solidFill>
                <a:latin typeface="Arial"/>
                <a:ea typeface="Arial"/>
                <a:cs typeface="Arial"/>
              </a:defRPr>
            </a:lvl4pPr>
            <a:lvl5pPr algn="l">
              <a:defRPr sz="1275" b="1">
                <a:solidFill>
                  <a:srgbClr val="53697A"/>
                </a:solidFill>
                <a:latin typeface="Arial"/>
                <a:ea typeface="Arial"/>
                <a:cs typeface="Arial"/>
              </a:defRPr>
            </a:lvl5pPr>
            <a:lvl6pPr algn="l">
              <a:defRPr sz="1275" b="1">
                <a:solidFill>
                  <a:srgbClr val="53697A"/>
                </a:solidFill>
                <a:latin typeface="Arial"/>
                <a:ea typeface="Arial"/>
                <a:cs typeface="Arial"/>
              </a:defRPr>
            </a:lvl6pPr>
            <a:lvl7pPr algn="l">
              <a:defRPr sz="1275" b="1">
                <a:solidFill>
                  <a:srgbClr val="53697A"/>
                </a:solidFill>
                <a:latin typeface="Arial"/>
                <a:ea typeface="Arial"/>
                <a:cs typeface="Arial"/>
              </a:defRPr>
            </a:lvl7pPr>
            <a:lvl8pPr algn="l">
              <a:defRPr sz="1275" b="1">
                <a:solidFill>
                  <a:srgbClr val="53697A"/>
                </a:solidFill>
                <a:latin typeface="Arial"/>
                <a:ea typeface="Arial"/>
                <a:cs typeface="Arial"/>
              </a:defRPr>
            </a:lvl8pPr>
            <a:lvl9pPr algn="l">
              <a:defRPr sz="1275" b="1">
                <a:solidFill>
                  <a:srgbClr val="53697A"/>
                </a:solidFill>
                <a:latin typeface="Arial"/>
                <a:ea typeface="Arial"/>
                <a:cs typeface="Arial"/>
              </a:defRPr>
            </a:lvl9pPr>
          </a:lstStyle>
          <a:p xmlns:a="http://schemas.openxmlformats.org/drawingml/2006/main">
            <a:pPr algn="l">
              <a:defRPr sz="1275" b="1">
                <a:solidFill>
                  <a:srgbClr val="53697A"/>
                </a:solidFill>
                <a:latin typeface="Arial"/>
                <a:ea typeface="Arial"/>
                <a:cs typeface="Arial"/>
              </a:defRPr>
            </a:pPr>
            <a:r>
              <a:rPr sz="1275" b="1">
                <a:solidFill>
                  <a:srgbClr val="53697A"/>
                </a:solidFill>
                <a:latin typeface="Arial"/>
                <a:ea typeface="Arial"/>
                <a:cs typeface="Arial"/>
              </a:rPr>
              <a:t>UNSTOPPABLE 4s</a:t>
            </a:r>
          </a:p>
        </p:txBody>
      </p:sp>
      <p:sp>
        <p:nvSpPr>
          <p:cNvPr id="4" name="07 / 08">
            <a:extLst xmlns:a="http://schemas.openxmlformats.org/drawingml/2006/main">
              <a:ext uri="{FF2B5EF4-FFF2-40B4-BE49-F238E27FC236}">
                <a16:creationId xmlns:a16="http://schemas.microsoft.com/office/drawing/2014/main" id="{4EBC1116-8993-415A-9FB5-D8ABDD02A383}"/>
              </a:ext>
            </a:extLst>
          </p:cNvPr>
          <p:cNvSpPr>
            <a:spLocks xmlns:a="http://schemas.openxmlformats.org/drawingml/2006/main" noGrp="1"/>
          </p:cNvSpPr>
          <p:nvPr/>
        </p:nvSpPr>
        <p:spPr>
          <a:xfrm xmlns:a="http://schemas.openxmlformats.org/drawingml/2006/main">
            <a:off x="13430250" y="8096250"/>
            <a:ext cx="1143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3697A"/>
                </a:solidFill>
                <a:latin typeface="Arial"/>
                <a:ea typeface="Arial"/>
                <a:cs typeface="Arial"/>
              </a:defRPr>
            </a:defPPr>
            <a:lvl1pPr algn="r">
              <a:defRPr sz="1275" b="0">
                <a:solidFill>
                  <a:srgbClr val="53697A"/>
                </a:solidFill>
                <a:latin typeface="Arial"/>
                <a:ea typeface="Arial"/>
                <a:cs typeface="Arial"/>
              </a:defRPr>
            </a:lvl1pPr>
            <a:lvl2pPr algn="r">
              <a:defRPr sz="1275" b="0">
                <a:solidFill>
                  <a:srgbClr val="53697A"/>
                </a:solidFill>
                <a:latin typeface="Arial"/>
                <a:ea typeface="Arial"/>
                <a:cs typeface="Arial"/>
              </a:defRPr>
            </a:lvl2pPr>
            <a:lvl3pPr algn="r">
              <a:defRPr sz="1275" b="0">
                <a:solidFill>
                  <a:srgbClr val="53697A"/>
                </a:solidFill>
                <a:latin typeface="Arial"/>
                <a:ea typeface="Arial"/>
                <a:cs typeface="Arial"/>
              </a:defRPr>
            </a:lvl3pPr>
            <a:lvl4pPr algn="r">
              <a:defRPr sz="1275" b="0">
                <a:solidFill>
                  <a:srgbClr val="53697A"/>
                </a:solidFill>
                <a:latin typeface="Arial"/>
                <a:ea typeface="Arial"/>
                <a:cs typeface="Arial"/>
              </a:defRPr>
            </a:lvl4pPr>
            <a:lvl5pPr algn="r">
              <a:defRPr sz="1275" b="0">
                <a:solidFill>
                  <a:srgbClr val="53697A"/>
                </a:solidFill>
                <a:latin typeface="Arial"/>
                <a:ea typeface="Arial"/>
                <a:cs typeface="Arial"/>
              </a:defRPr>
            </a:lvl5pPr>
            <a:lvl6pPr algn="r">
              <a:defRPr sz="1275" b="0">
                <a:solidFill>
                  <a:srgbClr val="53697A"/>
                </a:solidFill>
                <a:latin typeface="Arial"/>
                <a:ea typeface="Arial"/>
                <a:cs typeface="Arial"/>
              </a:defRPr>
            </a:lvl6pPr>
            <a:lvl7pPr algn="r">
              <a:defRPr sz="1275" b="0">
                <a:solidFill>
                  <a:srgbClr val="53697A"/>
                </a:solidFill>
                <a:latin typeface="Arial"/>
                <a:ea typeface="Arial"/>
                <a:cs typeface="Arial"/>
              </a:defRPr>
            </a:lvl7pPr>
            <a:lvl8pPr algn="r">
              <a:defRPr sz="1275" b="0">
                <a:solidFill>
                  <a:srgbClr val="53697A"/>
                </a:solidFill>
                <a:latin typeface="Arial"/>
                <a:ea typeface="Arial"/>
                <a:cs typeface="Arial"/>
              </a:defRPr>
            </a:lvl8pPr>
            <a:lvl9pPr algn="r">
              <a:defRPr sz="1275" b="0">
                <a:solidFill>
                  <a:srgbClr val="53697A"/>
                </a:solidFill>
                <a:latin typeface="Arial"/>
                <a:ea typeface="Arial"/>
                <a:cs typeface="Arial"/>
              </a:defRPr>
            </a:lvl9pPr>
          </a:lstStyle>
          <a:p xmlns:a="http://schemas.openxmlformats.org/drawingml/2006/main">
            <a:pPr algn="r">
              <a:defRPr sz="1275" b="0">
                <a:solidFill>
                  <a:srgbClr val="53697A"/>
                </a:solidFill>
                <a:latin typeface="Arial"/>
                <a:ea typeface="Arial"/>
                <a:cs typeface="Arial"/>
              </a:defRPr>
            </a:pPr>
            <a:r>
              <a:rPr sz="1275" b="0">
                <a:solidFill>
                  <a:srgbClr val="53697A"/>
                </a:solidFill>
                <a:latin typeface="Arial"/>
                <a:ea typeface="Arial"/>
                <a:cs typeface="Arial"/>
              </a:rPr>
              <a:t>07 / 08</a:t>
            </a:r>
          </a:p>
        </p:txBody>
      </p:sp>
      <p:sp>
        <p:nvSpPr>
          <p:cNvPr id="5" name="Warm caching reduced repeated context assembly">
            <a:extLst xmlns:a="http://schemas.openxmlformats.org/drawingml/2006/main">
              <a:ext uri="{FF2B5EF4-FFF2-40B4-BE49-F238E27FC236}">
                <a16:creationId xmlns:a16="http://schemas.microsoft.com/office/drawing/2014/main" id="{BA0C6487-3DC1-4431-8197-DD74A7307C52}"/>
              </a:ext>
            </a:extLst>
          </p:cNvPr>
          <p:cNvSpPr>
            <a:spLocks xmlns:a="http://schemas.openxmlformats.org/drawingml/2006/main" noGrp="1"/>
          </p:cNvSpPr>
          <p:nvPr/>
        </p:nvSpPr>
        <p:spPr>
          <a:xfrm xmlns:a="http://schemas.openxmlformats.org/drawingml/2006/main">
            <a:off x="666750" y="1562100"/>
            <a:ext cx="13811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EF7930"/>
                </a:solidFill>
                <a:latin typeface="Arial"/>
                <a:ea typeface="Arial"/>
                <a:cs typeface="Arial"/>
              </a:defRPr>
            </a:defPPr>
            <a:lvl1pPr algn="l">
              <a:defRPr sz="2250" b="1">
                <a:solidFill>
                  <a:srgbClr val="EF7930"/>
                </a:solidFill>
                <a:latin typeface="Arial"/>
                <a:ea typeface="Arial"/>
                <a:cs typeface="Arial"/>
              </a:defRPr>
            </a:lvl1pPr>
            <a:lvl2pPr algn="l">
              <a:defRPr sz="2250" b="1">
                <a:solidFill>
                  <a:srgbClr val="EF7930"/>
                </a:solidFill>
                <a:latin typeface="Arial"/>
                <a:ea typeface="Arial"/>
                <a:cs typeface="Arial"/>
              </a:defRPr>
            </a:lvl2pPr>
            <a:lvl3pPr algn="l">
              <a:defRPr sz="2250" b="1">
                <a:solidFill>
                  <a:srgbClr val="EF7930"/>
                </a:solidFill>
                <a:latin typeface="Arial"/>
                <a:ea typeface="Arial"/>
                <a:cs typeface="Arial"/>
              </a:defRPr>
            </a:lvl3pPr>
            <a:lvl4pPr algn="l">
              <a:defRPr sz="2250" b="1">
                <a:solidFill>
                  <a:srgbClr val="EF7930"/>
                </a:solidFill>
                <a:latin typeface="Arial"/>
                <a:ea typeface="Arial"/>
                <a:cs typeface="Arial"/>
              </a:defRPr>
            </a:lvl4pPr>
            <a:lvl5pPr algn="l">
              <a:defRPr sz="2250" b="1">
                <a:solidFill>
                  <a:srgbClr val="EF7930"/>
                </a:solidFill>
                <a:latin typeface="Arial"/>
                <a:ea typeface="Arial"/>
                <a:cs typeface="Arial"/>
              </a:defRPr>
            </a:lvl5pPr>
            <a:lvl6pPr algn="l">
              <a:defRPr sz="2250" b="1">
                <a:solidFill>
                  <a:srgbClr val="EF7930"/>
                </a:solidFill>
                <a:latin typeface="Arial"/>
                <a:ea typeface="Arial"/>
                <a:cs typeface="Arial"/>
              </a:defRPr>
            </a:lvl6pPr>
            <a:lvl7pPr algn="l">
              <a:defRPr sz="2250" b="1">
                <a:solidFill>
                  <a:srgbClr val="EF7930"/>
                </a:solidFill>
                <a:latin typeface="Arial"/>
                <a:ea typeface="Arial"/>
                <a:cs typeface="Arial"/>
              </a:defRPr>
            </a:lvl7pPr>
            <a:lvl8pPr algn="l">
              <a:defRPr sz="2250" b="1">
                <a:solidFill>
                  <a:srgbClr val="EF7930"/>
                </a:solidFill>
                <a:latin typeface="Arial"/>
                <a:ea typeface="Arial"/>
                <a:cs typeface="Arial"/>
              </a:defRPr>
            </a:lvl8pPr>
            <a:lvl9pPr algn="l">
              <a:defRPr sz="2250" b="1">
                <a:solidFill>
                  <a:srgbClr val="EF7930"/>
                </a:solidFill>
                <a:latin typeface="Arial"/>
                <a:ea typeface="Arial"/>
                <a:cs typeface="Arial"/>
              </a:defRPr>
            </a:lvl9pPr>
          </a:lstStyle>
          <a:p xmlns:a="http://schemas.openxmlformats.org/drawingml/2006/main">
            <a:pPr algn="l">
              <a:defRPr sz="2250" b="1">
                <a:solidFill>
                  <a:srgbClr val="EF7930"/>
                </a:solidFill>
                <a:latin typeface="Arial"/>
                <a:ea typeface="Arial"/>
                <a:cs typeface="Arial"/>
              </a:defRPr>
            </a:pPr>
            <a:r>
              <a:rPr sz="2250" b="1">
                <a:solidFill>
                  <a:srgbClr val="EF7930"/>
                </a:solidFill>
                <a:latin typeface="Arial"/>
                <a:ea typeface="Arial"/>
                <a:cs typeface="Arial"/>
              </a:rPr>
              <a:t>Warm caching reduced repeated context assembly</a:t>
            </a:r>
          </a:p>
        </p:txBody>
      </p:sp>
      <p:sp>
        <p:nvSpPr>
          <p:cNvPr id="6" name="Median context preparation, milliseconds">
            <a:extLst xmlns:a="http://schemas.openxmlformats.org/drawingml/2006/main">
              <a:ext uri="{FF2B5EF4-FFF2-40B4-BE49-F238E27FC236}">
                <a16:creationId xmlns:a16="http://schemas.microsoft.com/office/drawing/2014/main" id="{B6892972-08D4-4E0E-AEBD-0F13BB613783}"/>
              </a:ext>
            </a:extLst>
          </p:cNvPr>
          <p:cNvSpPr>
            <a:spLocks xmlns:a="http://schemas.openxmlformats.org/drawingml/2006/main" noGrp="1"/>
          </p:cNvSpPr>
          <p:nvPr/>
        </p:nvSpPr>
        <p:spPr>
          <a:xfrm xmlns:a="http://schemas.openxmlformats.org/drawingml/2006/main">
            <a:off x="666750" y="2247900"/>
            <a:ext cx="8572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102D45"/>
                </a:solidFill>
                <a:latin typeface="Arial"/>
                <a:ea typeface="Arial"/>
                <a:cs typeface="Arial"/>
              </a:defRPr>
            </a:defPPr>
            <a:lvl1pPr algn="l">
              <a:defRPr sz="2250" b="1">
                <a:solidFill>
                  <a:srgbClr val="102D45"/>
                </a:solidFill>
                <a:latin typeface="Arial"/>
                <a:ea typeface="Arial"/>
                <a:cs typeface="Arial"/>
              </a:defRPr>
            </a:lvl1pPr>
            <a:lvl2pPr algn="l">
              <a:defRPr sz="2250" b="1">
                <a:solidFill>
                  <a:srgbClr val="102D45"/>
                </a:solidFill>
                <a:latin typeface="Arial"/>
                <a:ea typeface="Arial"/>
                <a:cs typeface="Arial"/>
              </a:defRPr>
            </a:lvl2pPr>
            <a:lvl3pPr algn="l">
              <a:defRPr sz="2250" b="1">
                <a:solidFill>
                  <a:srgbClr val="102D45"/>
                </a:solidFill>
                <a:latin typeface="Arial"/>
                <a:ea typeface="Arial"/>
                <a:cs typeface="Arial"/>
              </a:defRPr>
            </a:lvl3pPr>
            <a:lvl4pPr algn="l">
              <a:defRPr sz="2250" b="1">
                <a:solidFill>
                  <a:srgbClr val="102D45"/>
                </a:solidFill>
                <a:latin typeface="Arial"/>
                <a:ea typeface="Arial"/>
                <a:cs typeface="Arial"/>
              </a:defRPr>
            </a:lvl4pPr>
            <a:lvl5pPr algn="l">
              <a:defRPr sz="2250" b="1">
                <a:solidFill>
                  <a:srgbClr val="102D45"/>
                </a:solidFill>
                <a:latin typeface="Arial"/>
                <a:ea typeface="Arial"/>
                <a:cs typeface="Arial"/>
              </a:defRPr>
            </a:lvl5pPr>
            <a:lvl6pPr algn="l">
              <a:defRPr sz="2250" b="1">
                <a:solidFill>
                  <a:srgbClr val="102D45"/>
                </a:solidFill>
                <a:latin typeface="Arial"/>
                <a:ea typeface="Arial"/>
                <a:cs typeface="Arial"/>
              </a:defRPr>
            </a:lvl6pPr>
            <a:lvl7pPr algn="l">
              <a:defRPr sz="2250" b="1">
                <a:solidFill>
                  <a:srgbClr val="102D45"/>
                </a:solidFill>
                <a:latin typeface="Arial"/>
                <a:ea typeface="Arial"/>
                <a:cs typeface="Arial"/>
              </a:defRPr>
            </a:lvl7pPr>
            <a:lvl8pPr algn="l">
              <a:defRPr sz="2250" b="1">
                <a:solidFill>
                  <a:srgbClr val="102D45"/>
                </a:solidFill>
                <a:latin typeface="Arial"/>
                <a:ea typeface="Arial"/>
                <a:cs typeface="Arial"/>
              </a:defRPr>
            </a:lvl8pPr>
            <a:lvl9pPr algn="l">
              <a:defRPr sz="2250" b="1">
                <a:solidFill>
                  <a:srgbClr val="102D45"/>
                </a:solidFill>
                <a:latin typeface="Arial"/>
                <a:ea typeface="Arial"/>
                <a:cs typeface="Arial"/>
              </a:defRPr>
            </a:lvl9pPr>
          </a:lstStyle>
          <a:p xmlns:a="http://schemas.openxmlformats.org/drawingml/2006/main">
            <a:pPr algn="l">
              <a:defRPr sz="2250" b="1">
                <a:solidFill>
                  <a:srgbClr val="102D45"/>
                </a:solidFill>
                <a:latin typeface="Arial"/>
                <a:ea typeface="Arial"/>
                <a:cs typeface="Arial"/>
              </a:defRPr>
            </a:pPr>
            <a:r>
              <a:rPr sz="2250" b="1">
                <a:solidFill>
                  <a:srgbClr val="102D45"/>
                </a:solidFill>
                <a:latin typeface="Arial"/>
                <a:ea typeface="Arial"/>
                <a:cs typeface="Arial"/>
              </a:rPr>
              <a:t>Median context preparation, milliseconds</a:t>
            </a:r>
          </a:p>
        </p:txBody>
      </p:sp>
      <p:graphicFrame>
        <p:nvGraphicFramePr>
          <p:cNvPr id="7" name="Chart">
            <a:extLst xmlns:a="http://schemas.openxmlformats.org/drawingml/2006/main">
              <a:ext uri="{FF2B5EF4-FFF2-40B4-BE49-F238E27FC236}">
                <a16:creationId xmlns:a16="http://schemas.microsoft.com/office/drawing/2014/main" id="{B1CE6426-2691-40B9-B01F-C5D47E1E8745}"/>
              </a:ext>
            </a:extLst>
          </p:cNvPr>
          <p:cNvGraphicFramePr/>
          <p:nvPr/>
        </p:nvGraphicFramePr>
        <p:xfrm>
          <a:off xmlns:a="http://schemas.openxmlformats.org/drawingml/2006/main" x="666750" y="2857500"/>
          <a:ext xmlns:a="http://schemas.openxmlformats.org/drawingml/2006/main" cx="8286750" cy="3524250"/>
        </p:xfrm>
        <a:graphic xmlns:a="http://schemas.openxmlformats.org/drawingml/2006/main">
          <a:graphicData uri="http://schemas.openxmlformats.org/drawingml/2006/chart">
            <c:chart xmlns:r="http://schemas.openxmlformats.org/officeDocument/2006/relationships" xmlns:c="http://schemas.openxmlformats.org/drawingml/2006/chart" r:id="R3f744f8f837e46b1"/>
          </a:graphicData>
        </a:graphic>
      </p:graphicFrame>
      <p:sp>
        <p:nvSpPr>
          <p:cNvPr id="8" name="15.2×">
            <a:extLst xmlns:a="http://schemas.openxmlformats.org/drawingml/2006/main">
              <a:ext uri="{FF2B5EF4-FFF2-40B4-BE49-F238E27FC236}">
                <a16:creationId xmlns:a16="http://schemas.microsoft.com/office/drawing/2014/main" id="{48893573-F3A6-4174-B837-D7E1D564F491}"/>
              </a:ext>
            </a:extLst>
          </p:cNvPr>
          <p:cNvSpPr>
            <a:spLocks xmlns:a="http://schemas.openxmlformats.org/drawingml/2006/main" noGrp="1"/>
          </p:cNvSpPr>
          <p:nvPr/>
        </p:nvSpPr>
        <p:spPr>
          <a:xfrm xmlns:a="http://schemas.openxmlformats.org/drawingml/2006/main">
            <a:off x="9906000" y="2276475"/>
            <a:ext cx="4667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5100" b="1">
                <a:solidFill>
                  <a:srgbClr val="147F7C"/>
                </a:solidFill>
                <a:latin typeface="Arial"/>
                <a:ea typeface="Arial"/>
                <a:cs typeface="Arial"/>
              </a:defRPr>
            </a:defPPr>
            <a:lvl1pPr algn="l">
              <a:defRPr sz="5100" b="1">
                <a:solidFill>
                  <a:srgbClr val="147F7C"/>
                </a:solidFill>
                <a:latin typeface="Arial"/>
                <a:ea typeface="Arial"/>
                <a:cs typeface="Arial"/>
              </a:defRPr>
            </a:lvl1pPr>
            <a:lvl2pPr algn="l">
              <a:defRPr sz="5100" b="1">
                <a:solidFill>
                  <a:srgbClr val="147F7C"/>
                </a:solidFill>
                <a:latin typeface="Arial"/>
                <a:ea typeface="Arial"/>
                <a:cs typeface="Arial"/>
              </a:defRPr>
            </a:lvl2pPr>
            <a:lvl3pPr algn="l">
              <a:defRPr sz="5100" b="1">
                <a:solidFill>
                  <a:srgbClr val="147F7C"/>
                </a:solidFill>
                <a:latin typeface="Arial"/>
                <a:ea typeface="Arial"/>
                <a:cs typeface="Arial"/>
              </a:defRPr>
            </a:lvl3pPr>
            <a:lvl4pPr algn="l">
              <a:defRPr sz="5100" b="1">
                <a:solidFill>
                  <a:srgbClr val="147F7C"/>
                </a:solidFill>
                <a:latin typeface="Arial"/>
                <a:ea typeface="Arial"/>
                <a:cs typeface="Arial"/>
              </a:defRPr>
            </a:lvl4pPr>
            <a:lvl5pPr algn="l">
              <a:defRPr sz="5100" b="1">
                <a:solidFill>
                  <a:srgbClr val="147F7C"/>
                </a:solidFill>
                <a:latin typeface="Arial"/>
                <a:ea typeface="Arial"/>
                <a:cs typeface="Arial"/>
              </a:defRPr>
            </a:lvl5pPr>
            <a:lvl6pPr algn="l">
              <a:defRPr sz="5100" b="1">
                <a:solidFill>
                  <a:srgbClr val="147F7C"/>
                </a:solidFill>
                <a:latin typeface="Arial"/>
                <a:ea typeface="Arial"/>
                <a:cs typeface="Arial"/>
              </a:defRPr>
            </a:lvl6pPr>
            <a:lvl7pPr algn="l">
              <a:defRPr sz="5100" b="1">
                <a:solidFill>
                  <a:srgbClr val="147F7C"/>
                </a:solidFill>
                <a:latin typeface="Arial"/>
                <a:ea typeface="Arial"/>
                <a:cs typeface="Arial"/>
              </a:defRPr>
            </a:lvl7pPr>
            <a:lvl8pPr algn="l">
              <a:defRPr sz="5100" b="1">
                <a:solidFill>
                  <a:srgbClr val="147F7C"/>
                </a:solidFill>
                <a:latin typeface="Arial"/>
                <a:ea typeface="Arial"/>
                <a:cs typeface="Arial"/>
              </a:defRPr>
            </a:lvl8pPr>
            <a:lvl9pPr algn="l">
              <a:defRPr sz="5100" b="1">
                <a:solidFill>
                  <a:srgbClr val="147F7C"/>
                </a:solidFill>
                <a:latin typeface="Arial"/>
                <a:ea typeface="Arial"/>
                <a:cs typeface="Arial"/>
              </a:defRPr>
            </a:lvl9pPr>
          </a:lstStyle>
          <a:p xmlns:a="http://schemas.openxmlformats.org/drawingml/2006/main">
            <a:pPr algn="l">
              <a:defRPr sz="5100" b="1">
                <a:solidFill>
                  <a:srgbClr val="147F7C"/>
                </a:solidFill>
                <a:latin typeface="Arial"/>
                <a:ea typeface="Arial"/>
                <a:cs typeface="Arial"/>
              </a:defRPr>
            </a:pPr>
            <a:r>
              <a:rPr sz="5100" b="1">
                <a:solidFill>
                  <a:srgbClr val="147F7C"/>
                </a:solidFill>
                <a:latin typeface="Arial"/>
                <a:ea typeface="Arial"/>
                <a:cs typeface="Arial"/>
              </a:rPr>
              <a:t>15.2×</a:t>
            </a:r>
          </a:p>
        </p:txBody>
      </p:sp>
      <p:sp>
        <p:nvSpPr>
          <p:cNvPr id="9" name="Lower median context assembly time&#10;with RAM + CPU in this fi">
            <a:extLst xmlns:a="http://schemas.openxmlformats.org/drawingml/2006/main">
              <a:ext uri="{FF2B5EF4-FFF2-40B4-BE49-F238E27FC236}">
                <a16:creationId xmlns:a16="http://schemas.microsoft.com/office/drawing/2014/main" id="{9949AC0C-C948-4085-A123-05AC5317EB09}"/>
              </a:ext>
            </a:extLst>
          </p:cNvPr>
          <p:cNvSpPr>
            <a:spLocks xmlns:a="http://schemas.openxmlformats.org/drawingml/2006/main" noGrp="1"/>
          </p:cNvSpPr>
          <p:nvPr/>
        </p:nvSpPr>
        <p:spPr>
          <a:xfrm xmlns:a="http://schemas.openxmlformats.org/drawingml/2006/main">
            <a:off x="9906000" y="3200400"/>
            <a:ext cx="4667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102D45"/>
                </a:solidFill>
                <a:latin typeface="Arial"/>
                <a:ea typeface="Arial"/>
                <a:cs typeface="Arial"/>
              </a:defRPr>
            </a:defPPr>
            <a:lvl1pPr algn="l">
              <a:defRPr sz="2025" b="0">
                <a:solidFill>
                  <a:srgbClr val="102D45"/>
                </a:solidFill>
                <a:latin typeface="Arial"/>
                <a:ea typeface="Arial"/>
                <a:cs typeface="Arial"/>
              </a:defRPr>
            </a:lvl1pPr>
            <a:lvl2pPr algn="l">
              <a:defRPr sz="2025" b="0">
                <a:solidFill>
                  <a:srgbClr val="102D45"/>
                </a:solidFill>
                <a:latin typeface="Arial"/>
                <a:ea typeface="Arial"/>
                <a:cs typeface="Arial"/>
              </a:defRPr>
            </a:lvl2pPr>
            <a:lvl3pPr algn="l">
              <a:defRPr sz="2025" b="0">
                <a:solidFill>
                  <a:srgbClr val="102D45"/>
                </a:solidFill>
                <a:latin typeface="Arial"/>
                <a:ea typeface="Arial"/>
                <a:cs typeface="Arial"/>
              </a:defRPr>
            </a:lvl3pPr>
            <a:lvl4pPr algn="l">
              <a:defRPr sz="2025" b="0">
                <a:solidFill>
                  <a:srgbClr val="102D45"/>
                </a:solidFill>
                <a:latin typeface="Arial"/>
                <a:ea typeface="Arial"/>
                <a:cs typeface="Arial"/>
              </a:defRPr>
            </a:lvl4pPr>
            <a:lvl5pPr algn="l">
              <a:defRPr sz="2025" b="0">
                <a:solidFill>
                  <a:srgbClr val="102D45"/>
                </a:solidFill>
                <a:latin typeface="Arial"/>
                <a:ea typeface="Arial"/>
                <a:cs typeface="Arial"/>
              </a:defRPr>
            </a:lvl5pPr>
            <a:lvl6pPr algn="l">
              <a:defRPr sz="2025" b="0">
                <a:solidFill>
                  <a:srgbClr val="102D45"/>
                </a:solidFill>
                <a:latin typeface="Arial"/>
                <a:ea typeface="Arial"/>
                <a:cs typeface="Arial"/>
              </a:defRPr>
            </a:lvl6pPr>
            <a:lvl7pPr algn="l">
              <a:defRPr sz="2025" b="0">
                <a:solidFill>
                  <a:srgbClr val="102D45"/>
                </a:solidFill>
                <a:latin typeface="Arial"/>
                <a:ea typeface="Arial"/>
                <a:cs typeface="Arial"/>
              </a:defRPr>
            </a:lvl7pPr>
            <a:lvl8pPr algn="l">
              <a:defRPr sz="2025" b="0">
                <a:solidFill>
                  <a:srgbClr val="102D45"/>
                </a:solidFill>
                <a:latin typeface="Arial"/>
                <a:ea typeface="Arial"/>
                <a:cs typeface="Arial"/>
              </a:defRPr>
            </a:lvl8pPr>
            <a:lvl9pPr algn="l">
              <a:defRPr sz="2025" b="0">
                <a:solidFill>
                  <a:srgbClr val="102D45"/>
                </a:solidFill>
                <a:latin typeface="Arial"/>
                <a:ea typeface="Arial"/>
                <a:cs typeface="Arial"/>
              </a:defRPr>
            </a:lvl9pPr>
          </a:lstStyle>
          <a:p xmlns:a="http://schemas.openxmlformats.org/drawingml/2006/main">
            <a:pPr algn="l">
              <a:defRPr sz="2025" b="0">
                <a:solidFill>
                  <a:srgbClr val="102D45"/>
                </a:solidFill>
                <a:latin typeface="Arial"/>
                <a:ea typeface="Arial"/>
                <a:cs typeface="Arial"/>
              </a:defRPr>
            </a:pPr>
            <a:r>
              <a:rPr sz="2025" b="0">
                <a:solidFill>
                  <a:srgbClr val="102D45"/>
                </a:solidFill>
                <a:latin typeface="Arial"/>
                <a:ea typeface="Arial"/>
                <a:cs typeface="Arial"/>
              </a:rPr>
              <a:t>Lower median context assembly time</a:t>
            </a:r>
          </a:p>
          <a:p xmlns:a="http://schemas.openxmlformats.org/drawingml/2006/main">
            <a:pPr algn="l">
              <a:defRPr sz="2025" b="0">
                <a:solidFill>
                  <a:srgbClr val="102D45"/>
                </a:solidFill>
                <a:latin typeface="Arial"/>
                <a:ea typeface="Arial"/>
                <a:cs typeface="Arial"/>
              </a:defRPr>
            </a:pPr>
            <a:r>
              <a:rPr sz="2025" b="0">
                <a:solidFill>
                  <a:srgbClr val="102D45"/>
                </a:solidFill>
                <a:latin typeface="Arial"/>
                <a:ea typeface="Arial"/>
                <a:cs typeface="Arial"/>
              </a:rPr>
              <a:t>with RAM + CPU in this fixture</a:t>
            </a:r>
          </a:p>
        </p:txBody>
      </p:sp>
      <p:pic>
        <p:nvPicPr>
          <p:cNvPr id="10" name="">
            <a:extLst xmlns:a="http://schemas.openxmlformats.org/drawingml/2006/main">
              <a:ext uri="{FF2B5EF4-FFF2-40B4-BE49-F238E27FC236}">
                <a16:creationId xmlns:a16="http://schemas.microsoft.com/office/drawing/2014/main" id="{60F8B058-4924-4BB0-B15D-946DF8129AC5}"/>
              </a:ext>
            </a:extLst>
          </p:cNvPr>
          <p:cNvPicPr>
            <a:picLocks xmlns:a="http://schemas.openxmlformats.org/drawingml/2006/main" noChangeAspect="1"/>
          </p:cNvPicPr>
          <p:nvPr/>
        </p:nvPicPr>
        <p:blipFill>
          <a:blip xmlns:r="http://schemas.openxmlformats.org/officeDocument/2006/relationships" xmlns:a="http://schemas.openxmlformats.org/drawingml/2006/main" r:embed="Re688822f49fd44ab"/>
          <a:stretch xmlns:a="http://schemas.openxmlformats.org/drawingml/2006/main"/>
        </p:blipFill>
        <p:spPr>
          <a:xfrm xmlns:a="http://schemas.openxmlformats.org/drawingml/2006/main">
            <a:off x="9907905" y="4048125"/>
            <a:ext cx="4663440" cy="2914650"/>
          </a:xfrm>
          <a:prstGeom xmlns:a="http://schemas.openxmlformats.org/drawingml/2006/main" prst="rect">
            <a:avLst/>
          </a:prstGeom>
        </p:spPr>
      </p:pic>
      <p:sp>
        <p:nvSpPr>
          <p:cNvPr id="11" name="Recorded cache view, separate from timed fixture">
            <a:extLst xmlns:a="http://schemas.openxmlformats.org/drawingml/2006/main">
              <a:ext uri="{FF2B5EF4-FFF2-40B4-BE49-F238E27FC236}">
                <a16:creationId xmlns:a16="http://schemas.microsoft.com/office/drawing/2014/main" id="{9A22D30B-5FAC-4877-8FC5-6B7D58443E6A}"/>
              </a:ext>
            </a:extLst>
          </p:cNvPr>
          <p:cNvSpPr>
            <a:spLocks xmlns:a="http://schemas.openxmlformats.org/drawingml/2006/main" noGrp="1"/>
          </p:cNvSpPr>
          <p:nvPr/>
        </p:nvSpPr>
        <p:spPr>
          <a:xfrm xmlns:a="http://schemas.openxmlformats.org/drawingml/2006/main">
            <a:off x="9906000" y="7038975"/>
            <a:ext cx="4667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53697A"/>
                </a:solidFill>
                <a:latin typeface="Arial"/>
                <a:ea typeface="Arial"/>
                <a:cs typeface="Arial"/>
              </a:defRPr>
            </a:defPPr>
            <a:lvl1pPr algn="l">
              <a:defRPr sz="1425" b="0">
                <a:solidFill>
                  <a:srgbClr val="53697A"/>
                </a:solidFill>
                <a:latin typeface="Arial"/>
                <a:ea typeface="Arial"/>
                <a:cs typeface="Arial"/>
              </a:defRPr>
            </a:lvl1pPr>
            <a:lvl2pPr algn="l">
              <a:defRPr sz="1425" b="0">
                <a:solidFill>
                  <a:srgbClr val="53697A"/>
                </a:solidFill>
                <a:latin typeface="Arial"/>
                <a:ea typeface="Arial"/>
                <a:cs typeface="Arial"/>
              </a:defRPr>
            </a:lvl2pPr>
            <a:lvl3pPr algn="l">
              <a:defRPr sz="1425" b="0">
                <a:solidFill>
                  <a:srgbClr val="53697A"/>
                </a:solidFill>
                <a:latin typeface="Arial"/>
                <a:ea typeface="Arial"/>
                <a:cs typeface="Arial"/>
              </a:defRPr>
            </a:lvl3pPr>
            <a:lvl4pPr algn="l">
              <a:defRPr sz="1425" b="0">
                <a:solidFill>
                  <a:srgbClr val="53697A"/>
                </a:solidFill>
                <a:latin typeface="Arial"/>
                <a:ea typeface="Arial"/>
                <a:cs typeface="Arial"/>
              </a:defRPr>
            </a:lvl4pPr>
            <a:lvl5pPr algn="l">
              <a:defRPr sz="1425" b="0">
                <a:solidFill>
                  <a:srgbClr val="53697A"/>
                </a:solidFill>
                <a:latin typeface="Arial"/>
                <a:ea typeface="Arial"/>
                <a:cs typeface="Arial"/>
              </a:defRPr>
            </a:lvl5pPr>
            <a:lvl6pPr algn="l">
              <a:defRPr sz="1425" b="0">
                <a:solidFill>
                  <a:srgbClr val="53697A"/>
                </a:solidFill>
                <a:latin typeface="Arial"/>
                <a:ea typeface="Arial"/>
                <a:cs typeface="Arial"/>
              </a:defRPr>
            </a:lvl6pPr>
            <a:lvl7pPr algn="l">
              <a:defRPr sz="1425" b="0">
                <a:solidFill>
                  <a:srgbClr val="53697A"/>
                </a:solidFill>
                <a:latin typeface="Arial"/>
                <a:ea typeface="Arial"/>
                <a:cs typeface="Arial"/>
              </a:defRPr>
            </a:lvl7pPr>
            <a:lvl8pPr algn="l">
              <a:defRPr sz="1425" b="0">
                <a:solidFill>
                  <a:srgbClr val="53697A"/>
                </a:solidFill>
                <a:latin typeface="Arial"/>
                <a:ea typeface="Arial"/>
                <a:cs typeface="Arial"/>
              </a:defRPr>
            </a:lvl8pPr>
            <a:lvl9pPr algn="l">
              <a:defRPr sz="1425" b="0">
                <a:solidFill>
                  <a:srgbClr val="53697A"/>
                </a:solidFill>
                <a:latin typeface="Arial"/>
                <a:ea typeface="Arial"/>
                <a:cs typeface="Arial"/>
              </a:defRPr>
            </a:lvl9pPr>
          </a:lstStyle>
          <a:p xmlns:a="http://schemas.openxmlformats.org/drawingml/2006/main">
            <a:pPr algn="l">
              <a:defRPr sz="1425" b="0">
                <a:solidFill>
                  <a:srgbClr val="53697A"/>
                </a:solidFill>
                <a:latin typeface="Arial"/>
                <a:ea typeface="Arial"/>
                <a:cs typeface="Arial"/>
              </a:defRPr>
            </a:pPr>
            <a:r>
              <a:rPr sz="1425" b="0">
                <a:solidFill>
                  <a:srgbClr val="53697A"/>
                </a:solidFill>
                <a:latin typeface="Arial"/>
                <a:ea typeface="Arial"/>
                <a:cs typeface="Arial"/>
              </a:rPr>
              <a:t>Recorded cache view, separate from timed fixture</a:t>
            </a:r>
          </a:p>
        </p:txBody>
      </p:sp>
      <p:sp>
        <p:nvSpPr>
          <p:cNvPr id="12" name="36/36 field checks correct">
            <a:extLst xmlns:a="http://schemas.openxmlformats.org/drawingml/2006/main">
              <a:ext uri="{FF2B5EF4-FFF2-40B4-BE49-F238E27FC236}">
                <a16:creationId xmlns:a16="http://schemas.microsoft.com/office/drawing/2014/main" id="{AC12D2D9-74EB-446B-88C6-DA50EB6E3220}"/>
              </a:ext>
            </a:extLst>
          </p:cNvPr>
          <p:cNvSpPr>
            <a:spLocks xmlns:a="http://schemas.openxmlformats.org/drawingml/2006/main" noGrp="1"/>
          </p:cNvSpPr>
          <p:nvPr/>
        </p:nvSpPr>
        <p:spPr>
          <a:xfrm xmlns:a="http://schemas.openxmlformats.org/drawingml/2006/main">
            <a:off x="666750" y="6772275"/>
            <a:ext cx="8572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75" b="1">
                <a:solidFill>
                  <a:srgbClr val="EF7930"/>
                </a:solidFill>
                <a:latin typeface="Arial"/>
                <a:ea typeface="Arial"/>
                <a:cs typeface="Arial"/>
              </a:defRPr>
            </a:defPPr>
            <a:lvl1pPr algn="l">
              <a:defRPr sz="2475" b="1">
                <a:solidFill>
                  <a:srgbClr val="EF7930"/>
                </a:solidFill>
                <a:latin typeface="Arial"/>
                <a:ea typeface="Arial"/>
                <a:cs typeface="Arial"/>
              </a:defRPr>
            </a:lvl1pPr>
            <a:lvl2pPr algn="l">
              <a:defRPr sz="2475" b="1">
                <a:solidFill>
                  <a:srgbClr val="EF7930"/>
                </a:solidFill>
                <a:latin typeface="Arial"/>
                <a:ea typeface="Arial"/>
                <a:cs typeface="Arial"/>
              </a:defRPr>
            </a:lvl2pPr>
            <a:lvl3pPr algn="l">
              <a:defRPr sz="2475" b="1">
                <a:solidFill>
                  <a:srgbClr val="EF7930"/>
                </a:solidFill>
                <a:latin typeface="Arial"/>
                <a:ea typeface="Arial"/>
                <a:cs typeface="Arial"/>
              </a:defRPr>
            </a:lvl3pPr>
            <a:lvl4pPr algn="l">
              <a:defRPr sz="2475" b="1">
                <a:solidFill>
                  <a:srgbClr val="EF7930"/>
                </a:solidFill>
                <a:latin typeface="Arial"/>
                <a:ea typeface="Arial"/>
                <a:cs typeface="Arial"/>
              </a:defRPr>
            </a:lvl4pPr>
            <a:lvl5pPr algn="l">
              <a:defRPr sz="2475" b="1">
                <a:solidFill>
                  <a:srgbClr val="EF7930"/>
                </a:solidFill>
                <a:latin typeface="Arial"/>
                <a:ea typeface="Arial"/>
                <a:cs typeface="Arial"/>
              </a:defRPr>
            </a:lvl5pPr>
            <a:lvl6pPr algn="l">
              <a:defRPr sz="2475" b="1">
                <a:solidFill>
                  <a:srgbClr val="EF7930"/>
                </a:solidFill>
                <a:latin typeface="Arial"/>
                <a:ea typeface="Arial"/>
                <a:cs typeface="Arial"/>
              </a:defRPr>
            </a:lvl6pPr>
            <a:lvl7pPr algn="l">
              <a:defRPr sz="2475" b="1">
                <a:solidFill>
                  <a:srgbClr val="EF7930"/>
                </a:solidFill>
                <a:latin typeface="Arial"/>
                <a:ea typeface="Arial"/>
                <a:cs typeface="Arial"/>
              </a:defRPr>
            </a:lvl7pPr>
            <a:lvl8pPr algn="l">
              <a:defRPr sz="2475" b="1">
                <a:solidFill>
                  <a:srgbClr val="EF7930"/>
                </a:solidFill>
                <a:latin typeface="Arial"/>
                <a:ea typeface="Arial"/>
                <a:cs typeface="Arial"/>
              </a:defRPr>
            </a:lvl8pPr>
            <a:lvl9pPr algn="l">
              <a:defRPr sz="2475" b="1">
                <a:solidFill>
                  <a:srgbClr val="EF7930"/>
                </a:solidFill>
                <a:latin typeface="Arial"/>
                <a:ea typeface="Arial"/>
                <a:cs typeface="Arial"/>
              </a:defRPr>
            </a:lvl9pPr>
          </a:lstStyle>
          <a:p xmlns:a="http://schemas.openxmlformats.org/drawingml/2006/main">
            <a:pPr algn="l">
              <a:defRPr sz="2475" b="1">
                <a:solidFill>
                  <a:srgbClr val="EF7930"/>
                </a:solidFill>
                <a:latin typeface="Arial"/>
                <a:ea typeface="Arial"/>
                <a:cs typeface="Arial"/>
              </a:defRPr>
            </a:pPr>
            <a:r>
              <a:rPr sz="2475" b="1">
                <a:solidFill>
                  <a:srgbClr val="EF7930"/>
                </a:solidFill>
                <a:latin typeface="Arial"/>
                <a:ea typeface="Arial"/>
                <a:cs typeface="Arial"/>
              </a:rPr>
              <a:t>36/36 field checks correct</a:t>
            </a:r>
          </a:p>
        </p:txBody>
      </p:sp>
      <p:sp>
        <p:nvSpPr>
          <p:cNvPr id="13" name="Supported, disputed and missing fields in a regression fixtu">
            <a:extLst xmlns:a="http://schemas.openxmlformats.org/drawingml/2006/main">
              <a:ext uri="{FF2B5EF4-FFF2-40B4-BE49-F238E27FC236}">
                <a16:creationId xmlns:a16="http://schemas.microsoft.com/office/drawing/2014/main" id="{46E7A481-269F-4A17-96EA-62FAF64AA6A9}"/>
              </a:ext>
            </a:extLst>
          </p:cNvPr>
          <p:cNvSpPr>
            <a:spLocks xmlns:a="http://schemas.openxmlformats.org/drawingml/2006/main" noGrp="1"/>
          </p:cNvSpPr>
          <p:nvPr/>
        </p:nvSpPr>
        <p:spPr>
          <a:xfrm xmlns:a="http://schemas.openxmlformats.org/drawingml/2006/main">
            <a:off x="666750" y="7200900"/>
            <a:ext cx="8572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53697A"/>
                </a:solidFill>
                <a:latin typeface="Arial"/>
                <a:ea typeface="Arial"/>
                <a:cs typeface="Arial"/>
              </a:defRPr>
            </a:defPPr>
            <a:lvl1pPr algn="l">
              <a:defRPr sz="1650" b="0">
                <a:solidFill>
                  <a:srgbClr val="53697A"/>
                </a:solidFill>
                <a:latin typeface="Arial"/>
                <a:ea typeface="Arial"/>
                <a:cs typeface="Arial"/>
              </a:defRPr>
            </a:lvl1pPr>
            <a:lvl2pPr algn="l">
              <a:defRPr sz="1650" b="0">
                <a:solidFill>
                  <a:srgbClr val="53697A"/>
                </a:solidFill>
                <a:latin typeface="Arial"/>
                <a:ea typeface="Arial"/>
                <a:cs typeface="Arial"/>
              </a:defRPr>
            </a:lvl2pPr>
            <a:lvl3pPr algn="l">
              <a:defRPr sz="1650" b="0">
                <a:solidFill>
                  <a:srgbClr val="53697A"/>
                </a:solidFill>
                <a:latin typeface="Arial"/>
                <a:ea typeface="Arial"/>
                <a:cs typeface="Arial"/>
              </a:defRPr>
            </a:lvl3pPr>
            <a:lvl4pPr algn="l">
              <a:defRPr sz="1650" b="0">
                <a:solidFill>
                  <a:srgbClr val="53697A"/>
                </a:solidFill>
                <a:latin typeface="Arial"/>
                <a:ea typeface="Arial"/>
                <a:cs typeface="Arial"/>
              </a:defRPr>
            </a:lvl4pPr>
            <a:lvl5pPr algn="l">
              <a:defRPr sz="1650" b="0">
                <a:solidFill>
                  <a:srgbClr val="53697A"/>
                </a:solidFill>
                <a:latin typeface="Arial"/>
                <a:ea typeface="Arial"/>
                <a:cs typeface="Arial"/>
              </a:defRPr>
            </a:lvl5pPr>
            <a:lvl6pPr algn="l">
              <a:defRPr sz="1650" b="0">
                <a:solidFill>
                  <a:srgbClr val="53697A"/>
                </a:solidFill>
                <a:latin typeface="Arial"/>
                <a:ea typeface="Arial"/>
                <a:cs typeface="Arial"/>
              </a:defRPr>
            </a:lvl6pPr>
            <a:lvl7pPr algn="l">
              <a:defRPr sz="1650" b="0">
                <a:solidFill>
                  <a:srgbClr val="53697A"/>
                </a:solidFill>
                <a:latin typeface="Arial"/>
                <a:ea typeface="Arial"/>
                <a:cs typeface="Arial"/>
              </a:defRPr>
            </a:lvl7pPr>
            <a:lvl8pPr algn="l">
              <a:defRPr sz="1650" b="0">
                <a:solidFill>
                  <a:srgbClr val="53697A"/>
                </a:solidFill>
                <a:latin typeface="Arial"/>
                <a:ea typeface="Arial"/>
                <a:cs typeface="Arial"/>
              </a:defRPr>
            </a:lvl8pPr>
            <a:lvl9pPr algn="l">
              <a:defRPr sz="1650" b="0">
                <a:solidFill>
                  <a:srgbClr val="53697A"/>
                </a:solidFill>
                <a:latin typeface="Arial"/>
                <a:ea typeface="Arial"/>
                <a:cs typeface="Arial"/>
              </a:defRPr>
            </a:lvl9pPr>
          </a:lstStyle>
          <a:p xmlns:a="http://schemas.openxmlformats.org/drawingml/2006/main">
            <a:pPr algn="l">
              <a:defRPr sz="1650" b="0">
                <a:solidFill>
                  <a:srgbClr val="53697A"/>
                </a:solidFill>
                <a:latin typeface="Arial"/>
                <a:ea typeface="Arial"/>
                <a:cs typeface="Arial"/>
              </a:defRPr>
            </a:pPr>
            <a:r>
              <a:rPr sz="1650" b="0">
                <a:solidFill>
                  <a:srgbClr val="53697A"/>
                </a:solidFill>
                <a:latin typeface="Arial"/>
                <a:ea typeface="Arial"/>
                <a:cs typeface="Arial"/>
              </a:rPr>
              <a:t>Supported, disputed and missing fields in a regression fixture</a:t>
            </a:r>
          </a:p>
        </p:txBody>
      </p:sp>
      <p:sp>
        <p:nvSpPr>
          <p:cNvPr id="14" name="Local fixture: 15 repeats, one active card, identical prompt">
            <a:extLst xmlns:a="http://schemas.openxmlformats.org/drawingml/2006/main">
              <a:ext uri="{FF2B5EF4-FFF2-40B4-BE49-F238E27FC236}">
                <a16:creationId xmlns:a16="http://schemas.microsoft.com/office/drawing/2014/main" id="{CD016C5E-6FC8-4687-AEDD-C9AF1EEF3E85}"/>
              </a:ext>
            </a:extLst>
          </p:cNvPr>
          <p:cNvSpPr>
            <a:spLocks xmlns:a="http://schemas.openxmlformats.org/drawingml/2006/main" noGrp="1"/>
          </p:cNvSpPr>
          <p:nvPr/>
        </p:nvSpPr>
        <p:spPr>
          <a:xfrm xmlns:a="http://schemas.openxmlformats.org/drawingml/2006/main">
            <a:off x="666750" y="7553325"/>
            <a:ext cx="13811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53697A"/>
                </a:solidFill>
                <a:latin typeface="Arial"/>
                <a:ea typeface="Arial"/>
                <a:cs typeface="Arial"/>
              </a:defRPr>
            </a:defPPr>
            <a:lvl1pPr algn="l">
              <a:defRPr sz="1425" b="0">
                <a:solidFill>
                  <a:srgbClr val="53697A"/>
                </a:solidFill>
                <a:latin typeface="Arial"/>
                <a:ea typeface="Arial"/>
                <a:cs typeface="Arial"/>
              </a:defRPr>
            </a:lvl1pPr>
            <a:lvl2pPr algn="l">
              <a:defRPr sz="1425" b="0">
                <a:solidFill>
                  <a:srgbClr val="53697A"/>
                </a:solidFill>
                <a:latin typeface="Arial"/>
                <a:ea typeface="Arial"/>
                <a:cs typeface="Arial"/>
              </a:defRPr>
            </a:lvl2pPr>
            <a:lvl3pPr algn="l">
              <a:defRPr sz="1425" b="0">
                <a:solidFill>
                  <a:srgbClr val="53697A"/>
                </a:solidFill>
                <a:latin typeface="Arial"/>
                <a:ea typeface="Arial"/>
                <a:cs typeface="Arial"/>
              </a:defRPr>
            </a:lvl3pPr>
            <a:lvl4pPr algn="l">
              <a:defRPr sz="1425" b="0">
                <a:solidFill>
                  <a:srgbClr val="53697A"/>
                </a:solidFill>
                <a:latin typeface="Arial"/>
                <a:ea typeface="Arial"/>
                <a:cs typeface="Arial"/>
              </a:defRPr>
            </a:lvl4pPr>
            <a:lvl5pPr algn="l">
              <a:defRPr sz="1425" b="0">
                <a:solidFill>
                  <a:srgbClr val="53697A"/>
                </a:solidFill>
                <a:latin typeface="Arial"/>
                <a:ea typeface="Arial"/>
                <a:cs typeface="Arial"/>
              </a:defRPr>
            </a:lvl5pPr>
            <a:lvl6pPr algn="l">
              <a:defRPr sz="1425" b="0">
                <a:solidFill>
                  <a:srgbClr val="53697A"/>
                </a:solidFill>
                <a:latin typeface="Arial"/>
                <a:ea typeface="Arial"/>
                <a:cs typeface="Arial"/>
              </a:defRPr>
            </a:lvl6pPr>
            <a:lvl7pPr algn="l">
              <a:defRPr sz="1425" b="0">
                <a:solidFill>
                  <a:srgbClr val="53697A"/>
                </a:solidFill>
                <a:latin typeface="Arial"/>
                <a:ea typeface="Arial"/>
                <a:cs typeface="Arial"/>
              </a:defRPr>
            </a:lvl7pPr>
            <a:lvl8pPr algn="l">
              <a:defRPr sz="1425" b="0">
                <a:solidFill>
                  <a:srgbClr val="53697A"/>
                </a:solidFill>
                <a:latin typeface="Arial"/>
                <a:ea typeface="Arial"/>
                <a:cs typeface="Arial"/>
              </a:defRPr>
            </a:lvl8pPr>
            <a:lvl9pPr algn="l">
              <a:defRPr sz="1425" b="0">
                <a:solidFill>
                  <a:srgbClr val="53697A"/>
                </a:solidFill>
                <a:latin typeface="Arial"/>
                <a:ea typeface="Arial"/>
                <a:cs typeface="Arial"/>
              </a:defRPr>
            </a:lvl9pPr>
          </a:lstStyle>
          <a:p xmlns:a="http://schemas.openxmlformats.org/drawingml/2006/main">
            <a:pPr algn="l">
              <a:defRPr sz="1425" b="0">
                <a:solidFill>
                  <a:srgbClr val="53697A"/>
                </a:solidFill>
                <a:latin typeface="Arial"/>
                <a:ea typeface="Arial"/>
                <a:cs typeface="Arial"/>
              </a:defRPr>
            </a:pPr>
            <a:r>
              <a:rPr sz="1425" b="0">
                <a:solidFill>
                  <a:srgbClr val="53697A"/>
                </a:solidFill>
                <a:latin typeface="Arial"/>
                <a:ea typeface="Arial"/>
                <a:cs typeface="Arial"/>
              </a:rPr>
              <a:t>Local fixture: 15 repeats, one active card, identical prompt/evidence. Context preparation only; no generation timing.</a:t>
            </a:r>
          </a:p>
        </p:txBody>
      </p:sp>
    </p:spTree>
    <p:extLst>
      <p:ext uri="{BB962C8B-B14F-4D97-AF65-F5344CB8AC3E}">
        <p14:creationId xmlns:p14="http://schemas.microsoft.com/office/powerpoint/2010/main" val="459562014"/>
      </p:ext>
    </p:extLst>
  </p:cSld>
</p:sld>
</file>

<file path=ppt/slides/slide8.xml><?xml version="1.0" encoding="utf-8"?>
<p:sld xmlns:p="http://schemas.openxmlformats.org/presentationml/2006/main">
  <p:cSld>
    <p:bg>
      <p:bgPr>
        <a:solidFill xmlns:a="http://schemas.openxmlformats.org/drawingml/2006/main">
          <a:srgbClr val="FAF7F0"/>
        </a:solidFill>
      </p:bgPr>
    </p:bg>
    <p:spTree>
      <p:nvGrpSpPr>
        <p:cNvPr id="1" name=""/>
        <p:cNvGrpSpPr/>
        <p:nvPr/>
      </p:nvGrpSpPr>
      <p:grpSpPr>
        <a:xfrm xmlns:a="http://schemas.openxmlformats.org/drawingml/2006/main"/>
      </p:grpSpPr>
      <p:sp>
        <p:nvSpPr>
          <p:cNvPr id="13" name="Memory observability during execution">
            <a:extLst xmlns:a="http://schemas.openxmlformats.org/drawingml/2006/main">
              <a:ext uri="{FF2B5EF4-FFF2-40B4-BE49-F238E27FC236}">
                <a16:creationId xmlns:a16="http://schemas.microsoft.com/office/drawing/2014/main" id="{167297DE-01E7-4B2D-A9F0-069912C02A9C}"/>
              </a:ext>
            </a:extLst>
          </p:cNvPr>
          <p:cNvSpPr>
            <a:spLocks xmlns:a="http://schemas.openxmlformats.org/drawingml/2006/main" noGrp="1"/>
          </p:cNvSpPr>
          <p:nvPr/>
        </p:nvSpPr>
        <p:spPr>
          <a:xfrm xmlns:a="http://schemas.openxmlformats.org/drawingml/2006/main">
            <a:off x="666750" y="571500"/>
            <a:ext cx="139065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750" b="1">
                <a:solidFill>
                  <a:srgbClr val="102D45"/>
                </a:solidFill>
                <a:latin typeface="Arial"/>
                <a:ea typeface="Arial"/>
                <a:cs typeface="Arial"/>
              </a:defRPr>
            </a:defPPr>
            <a:lvl1pPr algn="l">
              <a:defRPr sz="3750" b="1">
                <a:solidFill>
                  <a:srgbClr val="102D45"/>
                </a:solidFill>
                <a:latin typeface="Arial"/>
                <a:ea typeface="Arial"/>
                <a:cs typeface="Arial"/>
              </a:defRPr>
            </a:lvl1pPr>
            <a:lvl2pPr algn="l">
              <a:defRPr sz="3750" b="1">
                <a:solidFill>
                  <a:srgbClr val="102D45"/>
                </a:solidFill>
                <a:latin typeface="Arial"/>
                <a:ea typeface="Arial"/>
                <a:cs typeface="Arial"/>
              </a:defRPr>
            </a:lvl2pPr>
            <a:lvl3pPr algn="l">
              <a:defRPr sz="3750" b="1">
                <a:solidFill>
                  <a:srgbClr val="102D45"/>
                </a:solidFill>
                <a:latin typeface="Arial"/>
                <a:ea typeface="Arial"/>
                <a:cs typeface="Arial"/>
              </a:defRPr>
            </a:lvl3pPr>
            <a:lvl4pPr algn="l">
              <a:defRPr sz="3750" b="1">
                <a:solidFill>
                  <a:srgbClr val="102D45"/>
                </a:solidFill>
                <a:latin typeface="Arial"/>
                <a:ea typeface="Arial"/>
                <a:cs typeface="Arial"/>
              </a:defRPr>
            </a:lvl4pPr>
            <a:lvl5pPr algn="l">
              <a:defRPr sz="3750" b="1">
                <a:solidFill>
                  <a:srgbClr val="102D45"/>
                </a:solidFill>
                <a:latin typeface="Arial"/>
                <a:ea typeface="Arial"/>
                <a:cs typeface="Arial"/>
              </a:defRPr>
            </a:lvl5pPr>
            <a:lvl6pPr algn="l">
              <a:defRPr sz="3750" b="1">
                <a:solidFill>
                  <a:srgbClr val="102D45"/>
                </a:solidFill>
                <a:latin typeface="Arial"/>
                <a:ea typeface="Arial"/>
                <a:cs typeface="Arial"/>
              </a:defRPr>
            </a:lvl6pPr>
            <a:lvl7pPr algn="l">
              <a:defRPr sz="3750" b="1">
                <a:solidFill>
                  <a:srgbClr val="102D45"/>
                </a:solidFill>
                <a:latin typeface="Arial"/>
                <a:ea typeface="Arial"/>
                <a:cs typeface="Arial"/>
              </a:defRPr>
            </a:lvl7pPr>
            <a:lvl8pPr algn="l">
              <a:defRPr sz="3750" b="1">
                <a:solidFill>
                  <a:srgbClr val="102D45"/>
                </a:solidFill>
                <a:latin typeface="Arial"/>
                <a:ea typeface="Arial"/>
                <a:cs typeface="Arial"/>
              </a:defRPr>
            </a:lvl8pPr>
            <a:lvl9pPr algn="l">
              <a:defRPr sz="3750" b="1">
                <a:solidFill>
                  <a:srgbClr val="102D45"/>
                </a:solidFill>
                <a:latin typeface="Arial"/>
                <a:ea typeface="Arial"/>
                <a:cs typeface="Arial"/>
              </a:defRPr>
            </a:lvl9pPr>
          </a:lstStyle>
          <a:p xmlns:a="http://schemas.openxmlformats.org/drawingml/2006/main">
            <a:pPr algn="l">
              <a:defRPr sz="3750" b="1">
                <a:solidFill>
                  <a:srgbClr val="102D45"/>
                </a:solidFill>
                <a:latin typeface="Arial"/>
                <a:ea typeface="Arial"/>
                <a:cs typeface="Arial"/>
              </a:defRPr>
            </a:pPr>
            <a:r>
              <a:rPr sz="3750" b="1">
                <a:solidFill>
                  <a:srgbClr val="102D45"/>
                </a:solidFill>
                <a:latin typeface="Arial"/>
                <a:ea typeface="Arial"/>
                <a:cs typeface="Arial"/>
              </a:rPr>
              <a:t>Memory observability during execution</a:t>
            </a:r>
          </a:p>
        </p:txBody>
      </p:sp>
      <p:sp>
        <p:nvSpPr>
          <p:cNvPr id="2" name="">
            <a:extLst xmlns:a="http://schemas.openxmlformats.org/drawingml/2006/main">
              <a:ext uri="{FF2B5EF4-FFF2-40B4-BE49-F238E27FC236}">
                <a16:creationId xmlns:a16="http://schemas.microsoft.com/office/drawing/2014/main" id="{31DDCD72-B167-4F8B-A6D5-E0F8E2790443}"/>
              </a:ext>
            </a:extLst>
          </p:cNvPr>
          <p:cNvSpPr>
            <a:spLocks xmlns:a="http://schemas.openxmlformats.org/drawingml/2006/main" noGrp="1"/>
          </p:cNvSpPr>
          <p:nvPr/>
        </p:nvSpPr>
        <p:spPr>
          <a:xfrm xmlns:a="http://schemas.openxmlformats.org/drawingml/2006/main">
            <a:off x="666750" y="7905750"/>
            <a:ext cx="13906500" cy="0"/>
          </a:xfrm>
          <a:prstGeom xmlns:a="http://schemas.openxmlformats.org/drawingml/2006/main" prst="line">
            <a:avLst/>
          </a:prstGeom>
          <a:ln xmlns:a="http://schemas.openxmlformats.org/drawingml/2006/main" w="13335">
            <a:solidFill>
              <a:srgbClr val="C9D3DA"/>
            </a:solidFill>
          </a:ln>
        </p:spPr>
      </p:sp>
      <p:sp>
        <p:nvSpPr>
          <p:cNvPr id="3" name="UNSTOPPABLE 4s">
            <a:extLst xmlns:a="http://schemas.openxmlformats.org/drawingml/2006/main">
              <a:ext uri="{FF2B5EF4-FFF2-40B4-BE49-F238E27FC236}">
                <a16:creationId xmlns:a16="http://schemas.microsoft.com/office/drawing/2014/main" id="{5BE54A27-E3EA-4F11-AAE0-7F754A9D62D1}"/>
              </a:ext>
            </a:extLst>
          </p:cNvPr>
          <p:cNvSpPr>
            <a:spLocks xmlns:a="http://schemas.openxmlformats.org/drawingml/2006/main" noGrp="1"/>
          </p:cNvSpPr>
          <p:nvPr/>
        </p:nvSpPr>
        <p:spPr>
          <a:xfrm xmlns:a="http://schemas.openxmlformats.org/drawingml/2006/main">
            <a:off x="666750" y="8096250"/>
            <a:ext cx="5334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1">
                <a:solidFill>
                  <a:srgbClr val="53697A"/>
                </a:solidFill>
                <a:latin typeface="Arial"/>
                <a:ea typeface="Arial"/>
                <a:cs typeface="Arial"/>
              </a:defRPr>
            </a:defPPr>
            <a:lvl1pPr algn="l">
              <a:defRPr sz="1275" b="1">
                <a:solidFill>
                  <a:srgbClr val="53697A"/>
                </a:solidFill>
                <a:latin typeface="Arial"/>
                <a:ea typeface="Arial"/>
                <a:cs typeface="Arial"/>
              </a:defRPr>
            </a:lvl1pPr>
            <a:lvl2pPr algn="l">
              <a:defRPr sz="1275" b="1">
                <a:solidFill>
                  <a:srgbClr val="53697A"/>
                </a:solidFill>
                <a:latin typeface="Arial"/>
                <a:ea typeface="Arial"/>
                <a:cs typeface="Arial"/>
              </a:defRPr>
            </a:lvl2pPr>
            <a:lvl3pPr algn="l">
              <a:defRPr sz="1275" b="1">
                <a:solidFill>
                  <a:srgbClr val="53697A"/>
                </a:solidFill>
                <a:latin typeface="Arial"/>
                <a:ea typeface="Arial"/>
                <a:cs typeface="Arial"/>
              </a:defRPr>
            </a:lvl3pPr>
            <a:lvl4pPr algn="l">
              <a:defRPr sz="1275" b="1">
                <a:solidFill>
                  <a:srgbClr val="53697A"/>
                </a:solidFill>
                <a:latin typeface="Arial"/>
                <a:ea typeface="Arial"/>
                <a:cs typeface="Arial"/>
              </a:defRPr>
            </a:lvl4pPr>
            <a:lvl5pPr algn="l">
              <a:defRPr sz="1275" b="1">
                <a:solidFill>
                  <a:srgbClr val="53697A"/>
                </a:solidFill>
                <a:latin typeface="Arial"/>
                <a:ea typeface="Arial"/>
                <a:cs typeface="Arial"/>
              </a:defRPr>
            </a:lvl5pPr>
            <a:lvl6pPr algn="l">
              <a:defRPr sz="1275" b="1">
                <a:solidFill>
                  <a:srgbClr val="53697A"/>
                </a:solidFill>
                <a:latin typeface="Arial"/>
                <a:ea typeface="Arial"/>
                <a:cs typeface="Arial"/>
              </a:defRPr>
            </a:lvl6pPr>
            <a:lvl7pPr algn="l">
              <a:defRPr sz="1275" b="1">
                <a:solidFill>
                  <a:srgbClr val="53697A"/>
                </a:solidFill>
                <a:latin typeface="Arial"/>
                <a:ea typeface="Arial"/>
                <a:cs typeface="Arial"/>
              </a:defRPr>
            </a:lvl7pPr>
            <a:lvl8pPr algn="l">
              <a:defRPr sz="1275" b="1">
                <a:solidFill>
                  <a:srgbClr val="53697A"/>
                </a:solidFill>
                <a:latin typeface="Arial"/>
                <a:ea typeface="Arial"/>
                <a:cs typeface="Arial"/>
              </a:defRPr>
            </a:lvl8pPr>
            <a:lvl9pPr algn="l">
              <a:defRPr sz="1275" b="1">
                <a:solidFill>
                  <a:srgbClr val="53697A"/>
                </a:solidFill>
                <a:latin typeface="Arial"/>
                <a:ea typeface="Arial"/>
                <a:cs typeface="Arial"/>
              </a:defRPr>
            </a:lvl9pPr>
          </a:lstStyle>
          <a:p xmlns:a="http://schemas.openxmlformats.org/drawingml/2006/main">
            <a:pPr algn="l">
              <a:defRPr sz="1275" b="1">
                <a:solidFill>
                  <a:srgbClr val="53697A"/>
                </a:solidFill>
                <a:latin typeface="Arial"/>
                <a:ea typeface="Arial"/>
                <a:cs typeface="Arial"/>
              </a:defRPr>
            </a:pPr>
            <a:r>
              <a:rPr sz="1275" b="1">
                <a:solidFill>
                  <a:srgbClr val="53697A"/>
                </a:solidFill>
                <a:latin typeface="Arial"/>
                <a:ea typeface="Arial"/>
                <a:cs typeface="Arial"/>
              </a:rPr>
              <a:t>UNSTOPPABLE 4s</a:t>
            </a:r>
          </a:p>
        </p:txBody>
      </p:sp>
      <p:sp>
        <p:nvSpPr>
          <p:cNvPr id="4" name="08 / 08">
            <a:extLst xmlns:a="http://schemas.openxmlformats.org/drawingml/2006/main">
              <a:ext uri="{FF2B5EF4-FFF2-40B4-BE49-F238E27FC236}">
                <a16:creationId xmlns:a16="http://schemas.microsoft.com/office/drawing/2014/main" id="{3B0A2595-3F33-42C4-A00B-A07AF22E1585}"/>
              </a:ext>
            </a:extLst>
          </p:cNvPr>
          <p:cNvSpPr>
            <a:spLocks xmlns:a="http://schemas.openxmlformats.org/drawingml/2006/main" noGrp="1"/>
          </p:cNvSpPr>
          <p:nvPr/>
        </p:nvSpPr>
        <p:spPr>
          <a:xfrm xmlns:a="http://schemas.openxmlformats.org/drawingml/2006/main">
            <a:off x="13430250" y="8096250"/>
            <a:ext cx="1143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3697A"/>
                </a:solidFill>
                <a:latin typeface="Arial"/>
                <a:ea typeface="Arial"/>
                <a:cs typeface="Arial"/>
              </a:defRPr>
            </a:defPPr>
            <a:lvl1pPr algn="r">
              <a:defRPr sz="1275" b="0">
                <a:solidFill>
                  <a:srgbClr val="53697A"/>
                </a:solidFill>
                <a:latin typeface="Arial"/>
                <a:ea typeface="Arial"/>
                <a:cs typeface="Arial"/>
              </a:defRPr>
            </a:lvl1pPr>
            <a:lvl2pPr algn="r">
              <a:defRPr sz="1275" b="0">
                <a:solidFill>
                  <a:srgbClr val="53697A"/>
                </a:solidFill>
                <a:latin typeface="Arial"/>
                <a:ea typeface="Arial"/>
                <a:cs typeface="Arial"/>
              </a:defRPr>
            </a:lvl2pPr>
            <a:lvl3pPr algn="r">
              <a:defRPr sz="1275" b="0">
                <a:solidFill>
                  <a:srgbClr val="53697A"/>
                </a:solidFill>
                <a:latin typeface="Arial"/>
                <a:ea typeface="Arial"/>
                <a:cs typeface="Arial"/>
              </a:defRPr>
            </a:lvl3pPr>
            <a:lvl4pPr algn="r">
              <a:defRPr sz="1275" b="0">
                <a:solidFill>
                  <a:srgbClr val="53697A"/>
                </a:solidFill>
                <a:latin typeface="Arial"/>
                <a:ea typeface="Arial"/>
                <a:cs typeface="Arial"/>
              </a:defRPr>
            </a:lvl4pPr>
            <a:lvl5pPr algn="r">
              <a:defRPr sz="1275" b="0">
                <a:solidFill>
                  <a:srgbClr val="53697A"/>
                </a:solidFill>
                <a:latin typeface="Arial"/>
                <a:ea typeface="Arial"/>
                <a:cs typeface="Arial"/>
              </a:defRPr>
            </a:lvl5pPr>
            <a:lvl6pPr algn="r">
              <a:defRPr sz="1275" b="0">
                <a:solidFill>
                  <a:srgbClr val="53697A"/>
                </a:solidFill>
                <a:latin typeface="Arial"/>
                <a:ea typeface="Arial"/>
                <a:cs typeface="Arial"/>
              </a:defRPr>
            </a:lvl6pPr>
            <a:lvl7pPr algn="r">
              <a:defRPr sz="1275" b="0">
                <a:solidFill>
                  <a:srgbClr val="53697A"/>
                </a:solidFill>
                <a:latin typeface="Arial"/>
                <a:ea typeface="Arial"/>
                <a:cs typeface="Arial"/>
              </a:defRPr>
            </a:lvl7pPr>
            <a:lvl8pPr algn="r">
              <a:defRPr sz="1275" b="0">
                <a:solidFill>
                  <a:srgbClr val="53697A"/>
                </a:solidFill>
                <a:latin typeface="Arial"/>
                <a:ea typeface="Arial"/>
                <a:cs typeface="Arial"/>
              </a:defRPr>
            </a:lvl8pPr>
            <a:lvl9pPr algn="r">
              <a:defRPr sz="1275" b="0">
                <a:solidFill>
                  <a:srgbClr val="53697A"/>
                </a:solidFill>
                <a:latin typeface="Arial"/>
                <a:ea typeface="Arial"/>
                <a:cs typeface="Arial"/>
              </a:defRPr>
            </a:lvl9pPr>
          </a:lstStyle>
          <a:p xmlns:a="http://schemas.openxmlformats.org/drawingml/2006/main">
            <a:pPr algn="r">
              <a:defRPr sz="1275" b="0">
                <a:solidFill>
                  <a:srgbClr val="53697A"/>
                </a:solidFill>
                <a:latin typeface="Arial"/>
                <a:ea typeface="Arial"/>
                <a:cs typeface="Arial"/>
              </a:defRPr>
            </a:pPr>
            <a:r>
              <a:rPr sz="1275" b="0">
                <a:solidFill>
                  <a:srgbClr val="53697A"/>
                </a:solidFill>
                <a:latin typeface="Arial"/>
                <a:ea typeface="Arial"/>
                <a:cs typeface="Arial"/>
              </a:rPr>
              <a:t>08 / 08</a:t>
            </a:r>
          </a:p>
        </p:txBody>
      </p:sp>
      <p:sp>
        <p:nvSpPr>
          <p:cNvPr id="5" name="A read-only dashboard connects contexts, sources and agent e">
            <a:extLst xmlns:a="http://schemas.openxmlformats.org/drawingml/2006/main">
              <a:ext uri="{FF2B5EF4-FFF2-40B4-BE49-F238E27FC236}">
                <a16:creationId xmlns:a16="http://schemas.microsoft.com/office/drawing/2014/main" id="{EA39185E-8462-4BD2-A5ED-D90798C5487B}"/>
              </a:ext>
            </a:extLst>
          </p:cNvPr>
          <p:cNvSpPr>
            <a:spLocks xmlns:a="http://schemas.openxmlformats.org/drawingml/2006/main" noGrp="1"/>
          </p:cNvSpPr>
          <p:nvPr/>
        </p:nvSpPr>
        <p:spPr>
          <a:xfrm xmlns:a="http://schemas.openxmlformats.org/drawingml/2006/main">
            <a:off x="666750" y="1562100"/>
            <a:ext cx="13811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EF7930"/>
                </a:solidFill>
                <a:latin typeface="Arial"/>
                <a:ea typeface="Arial"/>
                <a:cs typeface="Arial"/>
              </a:defRPr>
            </a:defPPr>
            <a:lvl1pPr algn="l">
              <a:defRPr sz="2250" b="1">
                <a:solidFill>
                  <a:srgbClr val="EF7930"/>
                </a:solidFill>
                <a:latin typeface="Arial"/>
                <a:ea typeface="Arial"/>
                <a:cs typeface="Arial"/>
              </a:defRPr>
            </a:lvl1pPr>
            <a:lvl2pPr algn="l">
              <a:defRPr sz="2250" b="1">
                <a:solidFill>
                  <a:srgbClr val="EF7930"/>
                </a:solidFill>
                <a:latin typeface="Arial"/>
                <a:ea typeface="Arial"/>
                <a:cs typeface="Arial"/>
              </a:defRPr>
            </a:lvl2pPr>
            <a:lvl3pPr algn="l">
              <a:defRPr sz="2250" b="1">
                <a:solidFill>
                  <a:srgbClr val="EF7930"/>
                </a:solidFill>
                <a:latin typeface="Arial"/>
                <a:ea typeface="Arial"/>
                <a:cs typeface="Arial"/>
              </a:defRPr>
            </a:lvl3pPr>
            <a:lvl4pPr algn="l">
              <a:defRPr sz="2250" b="1">
                <a:solidFill>
                  <a:srgbClr val="EF7930"/>
                </a:solidFill>
                <a:latin typeface="Arial"/>
                <a:ea typeface="Arial"/>
                <a:cs typeface="Arial"/>
              </a:defRPr>
            </a:lvl4pPr>
            <a:lvl5pPr algn="l">
              <a:defRPr sz="2250" b="1">
                <a:solidFill>
                  <a:srgbClr val="EF7930"/>
                </a:solidFill>
                <a:latin typeface="Arial"/>
                <a:ea typeface="Arial"/>
                <a:cs typeface="Arial"/>
              </a:defRPr>
            </a:lvl5pPr>
            <a:lvl6pPr algn="l">
              <a:defRPr sz="2250" b="1">
                <a:solidFill>
                  <a:srgbClr val="EF7930"/>
                </a:solidFill>
                <a:latin typeface="Arial"/>
                <a:ea typeface="Arial"/>
                <a:cs typeface="Arial"/>
              </a:defRPr>
            </a:lvl6pPr>
            <a:lvl7pPr algn="l">
              <a:defRPr sz="2250" b="1">
                <a:solidFill>
                  <a:srgbClr val="EF7930"/>
                </a:solidFill>
                <a:latin typeface="Arial"/>
                <a:ea typeface="Arial"/>
                <a:cs typeface="Arial"/>
              </a:defRPr>
            </a:lvl7pPr>
            <a:lvl8pPr algn="l">
              <a:defRPr sz="2250" b="1">
                <a:solidFill>
                  <a:srgbClr val="EF7930"/>
                </a:solidFill>
                <a:latin typeface="Arial"/>
                <a:ea typeface="Arial"/>
                <a:cs typeface="Arial"/>
              </a:defRPr>
            </a:lvl8pPr>
            <a:lvl9pPr algn="l">
              <a:defRPr sz="2250" b="1">
                <a:solidFill>
                  <a:srgbClr val="EF7930"/>
                </a:solidFill>
                <a:latin typeface="Arial"/>
                <a:ea typeface="Arial"/>
                <a:cs typeface="Arial"/>
              </a:defRPr>
            </a:lvl9pPr>
          </a:lstStyle>
          <a:p xmlns:a="http://schemas.openxmlformats.org/drawingml/2006/main">
            <a:pPr algn="l">
              <a:defRPr sz="2250" b="1">
                <a:solidFill>
                  <a:srgbClr val="EF7930"/>
                </a:solidFill>
                <a:latin typeface="Arial"/>
                <a:ea typeface="Arial"/>
                <a:cs typeface="Arial"/>
              </a:defRPr>
            </a:pPr>
            <a:r>
              <a:rPr sz="2250" b="1">
                <a:solidFill>
                  <a:srgbClr val="EF7930"/>
                </a:solidFill>
                <a:latin typeface="Arial"/>
                <a:ea typeface="Arial"/>
                <a:cs typeface="Arial"/>
              </a:rPr>
              <a:t>A read-only dashboard connects contexts, sources and agent events</a:t>
            </a:r>
          </a:p>
        </p:txBody>
      </p:sp>
      <p:pic>
        <p:nvPicPr>
          <p:cNvPr id="6" name="">
            <a:extLst xmlns:a="http://schemas.openxmlformats.org/drawingml/2006/main">
              <a:ext uri="{FF2B5EF4-FFF2-40B4-BE49-F238E27FC236}">
                <a16:creationId xmlns:a16="http://schemas.microsoft.com/office/drawing/2014/main" id="{725A94C4-E0EA-4773-9450-944F22968F2E}"/>
              </a:ext>
            </a:extLst>
          </p:cNvPr>
          <p:cNvPicPr>
            <a:picLocks xmlns:a="http://schemas.openxmlformats.org/drawingml/2006/main" noChangeAspect="1"/>
          </p:cNvPicPr>
          <p:nvPr/>
        </p:nvPicPr>
        <p:blipFill>
          <a:blip xmlns:r="http://schemas.openxmlformats.org/officeDocument/2006/relationships" xmlns:a="http://schemas.openxmlformats.org/drawingml/2006/main" r:embed="Rc5dfb2e639564d8f"/>
          <a:stretch xmlns:a="http://schemas.openxmlformats.org/drawingml/2006/main"/>
        </p:blipFill>
        <p:spPr>
          <a:xfrm xmlns:a="http://schemas.openxmlformats.org/drawingml/2006/main">
            <a:off x="670560" y="2352675"/>
            <a:ext cx="8564880" cy="5353050"/>
          </a:xfrm>
          <a:prstGeom xmlns:a="http://schemas.openxmlformats.org/drawingml/2006/main" prst="rect">
            <a:avLst/>
          </a:prstGeom>
        </p:spPr>
      </p:pic>
      <p:sp>
        <p:nvSpPr>
          <p:cNvPr id="7" name="Trace the selected context">
            <a:extLst xmlns:a="http://schemas.openxmlformats.org/drawingml/2006/main">
              <a:ext uri="{FF2B5EF4-FFF2-40B4-BE49-F238E27FC236}">
                <a16:creationId xmlns:a16="http://schemas.microsoft.com/office/drawing/2014/main" id="{CD70C425-0275-4D92-A7C2-C65F1733F550}"/>
              </a:ext>
            </a:extLst>
          </p:cNvPr>
          <p:cNvSpPr>
            <a:spLocks xmlns:a="http://schemas.openxmlformats.org/drawingml/2006/main" noGrp="1"/>
          </p:cNvSpPr>
          <p:nvPr/>
        </p:nvSpPr>
        <p:spPr>
          <a:xfrm xmlns:a="http://schemas.openxmlformats.org/drawingml/2006/main">
            <a:off x="9906000" y="2333625"/>
            <a:ext cx="4667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102D45"/>
                </a:solidFill>
                <a:latin typeface="Arial"/>
                <a:ea typeface="Arial"/>
                <a:cs typeface="Arial"/>
              </a:defRPr>
            </a:defPPr>
            <a:lvl1pPr algn="l">
              <a:defRPr sz="2250" b="1">
                <a:solidFill>
                  <a:srgbClr val="102D45"/>
                </a:solidFill>
                <a:latin typeface="Arial"/>
                <a:ea typeface="Arial"/>
                <a:cs typeface="Arial"/>
              </a:defRPr>
            </a:lvl1pPr>
            <a:lvl2pPr algn="l">
              <a:defRPr sz="2250" b="1">
                <a:solidFill>
                  <a:srgbClr val="102D45"/>
                </a:solidFill>
                <a:latin typeface="Arial"/>
                <a:ea typeface="Arial"/>
                <a:cs typeface="Arial"/>
              </a:defRPr>
            </a:lvl2pPr>
            <a:lvl3pPr algn="l">
              <a:defRPr sz="2250" b="1">
                <a:solidFill>
                  <a:srgbClr val="102D45"/>
                </a:solidFill>
                <a:latin typeface="Arial"/>
                <a:ea typeface="Arial"/>
                <a:cs typeface="Arial"/>
              </a:defRPr>
            </a:lvl3pPr>
            <a:lvl4pPr algn="l">
              <a:defRPr sz="2250" b="1">
                <a:solidFill>
                  <a:srgbClr val="102D45"/>
                </a:solidFill>
                <a:latin typeface="Arial"/>
                <a:ea typeface="Arial"/>
                <a:cs typeface="Arial"/>
              </a:defRPr>
            </a:lvl4pPr>
            <a:lvl5pPr algn="l">
              <a:defRPr sz="2250" b="1">
                <a:solidFill>
                  <a:srgbClr val="102D45"/>
                </a:solidFill>
                <a:latin typeface="Arial"/>
                <a:ea typeface="Arial"/>
                <a:cs typeface="Arial"/>
              </a:defRPr>
            </a:lvl5pPr>
            <a:lvl6pPr algn="l">
              <a:defRPr sz="2250" b="1">
                <a:solidFill>
                  <a:srgbClr val="102D45"/>
                </a:solidFill>
                <a:latin typeface="Arial"/>
                <a:ea typeface="Arial"/>
                <a:cs typeface="Arial"/>
              </a:defRPr>
            </a:lvl6pPr>
            <a:lvl7pPr algn="l">
              <a:defRPr sz="2250" b="1">
                <a:solidFill>
                  <a:srgbClr val="102D45"/>
                </a:solidFill>
                <a:latin typeface="Arial"/>
                <a:ea typeface="Arial"/>
                <a:cs typeface="Arial"/>
              </a:defRPr>
            </a:lvl7pPr>
            <a:lvl8pPr algn="l">
              <a:defRPr sz="2250" b="1">
                <a:solidFill>
                  <a:srgbClr val="102D45"/>
                </a:solidFill>
                <a:latin typeface="Arial"/>
                <a:ea typeface="Arial"/>
                <a:cs typeface="Arial"/>
              </a:defRPr>
            </a:lvl8pPr>
            <a:lvl9pPr algn="l">
              <a:defRPr sz="2250" b="1">
                <a:solidFill>
                  <a:srgbClr val="102D45"/>
                </a:solidFill>
                <a:latin typeface="Arial"/>
                <a:ea typeface="Arial"/>
                <a:cs typeface="Arial"/>
              </a:defRPr>
            </a:lvl9pPr>
          </a:lstStyle>
          <a:p xmlns:a="http://schemas.openxmlformats.org/drawingml/2006/main">
            <a:pPr algn="l">
              <a:defRPr sz="2250" b="1">
                <a:solidFill>
                  <a:srgbClr val="102D45"/>
                </a:solidFill>
                <a:latin typeface="Arial"/>
                <a:ea typeface="Arial"/>
                <a:cs typeface="Arial"/>
              </a:defRPr>
            </a:pPr>
            <a:r>
              <a:rPr sz="2250" b="1">
                <a:solidFill>
                  <a:srgbClr val="102D45"/>
                </a:solidFill>
                <a:latin typeface="Arial"/>
                <a:ea typeface="Arial"/>
                <a:cs typeface="Arial"/>
              </a:rPr>
              <a:t>Trace the selected context</a:t>
            </a:r>
          </a:p>
        </p:txBody>
      </p:sp>
      <p:sp>
        <p:nvSpPr>
          <p:cNvPr id="8" name="Inspect the fields and source claims&#10;each agent used for its">
            <a:extLst xmlns:a="http://schemas.openxmlformats.org/drawingml/2006/main">
              <a:ext uri="{FF2B5EF4-FFF2-40B4-BE49-F238E27FC236}">
                <a16:creationId xmlns:a16="http://schemas.microsoft.com/office/drawing/2014/main" id="{D3EA20B2-B694-4BA9-879F-0DC2262CCCB4}"/>
              </a:ext>
            </a:extLst>
          </p:cNvPr>
          <p:cNvSpPr>
            <a:spLocks xmlns:a="http://schemas.openxmlformats.org/drawingml/2006/main" noGrp="1"/>
          </p:cNvSpPr>
          <p:nvPr/>
        </p:nvSpPr>
        <p:spPr>
          <a:xfrm xmlns:a="http://schemas.openxmlformats.org/drawingml/2006/main">
            <a:off x="9906000" y="2857500"/>
            <a:ext cx="46672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53697A"/>
                </a:solidFill>
                <a:latin typeface="Arial"/>
                <a:ea typeface="Arial"/>
                <a:cs typeface="Arial"/>
              </a:defRPr>
            </a:defPPr>
            <a:lvl1pPr algn="l">
              <a:defRPr sz="2025" b="0">
                <a:solidFill>
                  <a:srgbClr val="53697A"/>
                </a:solidFill>
                <a:latin typeface="Arial"/>
                <a:ea typeface="Arial"/>
                <a:cs typeface="Arial"/>
              </a:defRPr>
            </a:lvl1pPr>
            <a:lvl2pPr algn="l">
              <a:defRPr sz="2025" b="0">
                <a:solidFill>
                  <a:srgbClr val="53697A"/>
                </a:solidFill>
                <a:latin typeface="Arial"/>
                <a:ea typeface="Arial"/>
                <a:cs typeface="Arial"/>
              </a:defRPr>
            </a:lvl2pPr>
            <a:lvl3pPr algn="l">
              <a:defRPr sz="2025" b="0">
                <a:solidFill>
                  <a:srgbClr val="53697A"/>
                </a:solidFill>
                <a:latin typeface="Arial"/>
                <a:ea typeface="Arial"/>
                <a:cs typeface="Arial"/>
              </a:defRPr>
            </a:lvl3pPr>
            <a:lvl4pPr algn="l">
              <a:defRPr sz="2025" b="0">
                <a:solidFill>
                  <a:srgbClr val="53697A"/>
                </a:solidFill>
                <a:latin typeface="Arial"/>
                <a:ea typeface="Arial"/>
                <a:cs typeface="Arial"/>
              </a:defRPr>
            </a:lvl4pPr>
            <a:lvl5pPr algn="l">
              <a:defRPr sz="2025" b="0">
                <a:solidFill>
                  <a:srgbClr val="53697A"/>
                </a:solidFill>
                <a:latin typeface="Arial"/>
                <a:ea typeface="Arial"/>
                <a:cs typeface="Arial"/>
              </a:defRPr>
            </a:lvl5pPr>
            <a:lvl6pPr algn="l">
              <a:defRPr sz="2025" b="0">
                <a:solidFill>
                  <a:srgbClr val="53697A"/>
                </a:solidFill>
                <a:latin typeface="Arial"/>
                <a:ea typeface="Arial"/>
                <a:cs typeface="Arial"/>
              </a:defRPr>
            </a:lvl6pPr>
            <a:lvl7pPr algn="l">
              <a:defRPr sz="2025" b="0">
                <a:solidFill>
                  <a:srgbClr val="53697A"/>
                </a:solidFill>
                <a:latin typeface="Arial"/>
                <a:ea typeface="Arial"/>
                <a:cs typeface="Arial"/>
              </a:defRPr>
            </a:lvl7pPr>
            <a:lvl8pPr algn="l">
              <a:defRPr sz="2025" b="0">
                <a:solidFill>
                  <a:srgbClr val="53697A"/>
                </a:solidFill>
                <a:latin typeface="Arial"/>
                <a:ea typeface="Arial"/>
                <a:cs typeface="Arial"/>
              </a:defRPr>
            </a:lvl8pPr>
            <a:lvl9pPr algn="l">
              <a:defRPr sz="2025" b="0">
                <a:solidFill>
                  <a:srgbClr val="53697A"/>
                </a:solidFill>
                <a:latin typeface="Arial"/>
                <a:ea typeface="Arial"/>
                <a:cs typeface="Arial"/>
              </a:defRPr>
            </a:lvl9pPr>
          </a:lstStyle>
          <a:p xmlns:a="http://schemas.openxmlformats.org/drawingml/2006/main">
            <a:pPr algn="l">
              <a:defRPr sz="2025" b="0">
                <a:solidFill>
                  <a:srgbClr val="53697A"/>
                </a:solidFill>
                <a:latin typeface="Arial"/>
                <a:ea typeface="Arial"/>
                <a:cs typeface="Arial"/>
              </a:defRPr>
            </a:pPr>
            <a:r>
              <a:rPr sz="2025" b="0">
                <a:solidFill>
                  <a:srgbClr val="53697A"/>
                </a:solidFill>
                <a:latin typeface="Arial"/>
                <a:ea typeface="Arial"/>
                <a:cs typeface="Arial"/>
              </a:rPr>
              <a:t>Inspect the fields and source claims</a:t>
            </a:r>
          </a:p>
          <a:p xmlns:a="http://schemas.openxmlformats.org/drawingml/2006/main">
            <a:pPr algn="l">
              <a:defRPr sz="2025" b="0">
                <a:solidFill>
                  <a:srgbClr val="53697A"/>
                </a:solidFill>
                <a:latin typeface="Arial"/>
                <a:ea typeface="Arial"/>
                <a:cs typeface="Arial"/>
              </a:defRPr>
            </a:pPr>
            <a:r>
              <a:rPr sz="2025" b="0">
                <a:solidFill>
                  <a:srgbClr val="53697A"/>
                </a:solidFill>
                <a:latin typeface="Arial"/>
                <a:ea typeface="Arial"/>
                <a:cs typeface="Arial"/>
              </a:rPr>
              <a:t>each agent used for its response.</a:t>
            </a:r>
          </a:p>
        </p:txBody>
      </p:sp>
      <p:sp>
        <p:nvSpPr>
          <p:cNvPr id="9" name="Follow the actual work">
            <a:extLst xmlns:a="http://schemas.openxmlformats.org/drawingml/2006/main">
              <a:ext uri="{FF2B5EF4-FFF2-40B4-BE49-F238E27FC236}">
                <a16:creationId xmlns:a16="http://schemas.microsoft.com/office/drawing/2014/main" id="{8BD4B83E-29FF-42CD-8B3B-62C4CA4EC90B}"/>
              </a:ext>
            </a:extLst>
          </p:cNvPr>
          <p:cNvSpPr>
            <a:spLocks xmlns:a="http://schemas.openxmlformats.org/drawingml/2006/main" noGrp="1"/>
          </p:cNvSpPr>
          <p:nvPr/>
        </p:nvSpPr>
        <p:spPr>
          <a:xfrm xmlns:a="http://schemas.openxmlformats.org/drawingml/2006/main">
            <a:off x="9906000" y="3914775"/>
            <a:ext cx="4667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102D45"/>
                </a:solidFill>
                <a:latin typeface="Arial"/>
                <a:ea typeface="Arial"/>
                <a:cs typeface="Arial"/>
              </a:defRPr>
            </a:defPPr>
            <a:lvl1pPr algn="l">
              <a:defRPr sz="2250" b="1">
                <a:solidFill>
                  <a:srgbClr val="102D45"/>
                </a:solidFill>
                <a:latin typeface="Arial"/>
                <a:ea typeface="Arial"/>
                <a:cs typeface="Arial"/>
              </a:defRPr>
            </a:lvl1pPr>
            <a:lvl2pPr algn="l">
              <a:defRPr sz="2250" b="1">
                <a:solidFill>
                  <a:srgbClr val="102D45"/>
                </a:solidFill>
                <a:latin typeface="Arial"/>
                <a:ea typeface="Arial"/>
                <a:cs typeface="Arial"/>
              </a:defRPr>
            </a:lvl2pPr>
            <a:lvl3pPr algn="l">
              <a:defRPr sz="2250" b="1">
                <a:solidFill>
                  <a:srgbClr val="102D45"/>
                </a:solidFill>
                <a:latin typeface="Arial"/>
                <a:ea typeface="Arial"/>
                <a:cs typeface="Arial"/>
              </a:defRPr>
            </a:lvl3pPr>
            <a:lvl4pPr algn="l">
              <a:defRPr sz="2250" b="1">
                <a:solidFill>
                  <a:srgbClr val="102D45"/>
                </a:solidFill>
                <a:latin typeface="Arial"/>
                <a:ea typeface="Arial"/>
                <a:cs typeface="Arial"/>
              </a:defRPr>
            </a:lvl4pPr>
            <a:lvl5pPr algn="l">
              <a:defRPr sz="2250" b="1">
                <a:solidFill>
                  <a:srgbClr val="102D45"/>
                </a:solidFill>
                <a:latin typeface="Arial"/>
                <a:ea typeface="Arial"/>
                <a:cs typeface="Arial"/>
              </a:defRPr>
            </a:lvl5pPr>
            <a:lvl6pPr algn="l">
              <a:defRPr sz="2250" b="1">
                <a:solidFill>
                  <a:srgbClr val="102D45"/>
                </a:solidFill>
                <a:latin typeface="Arial"/>
                <a:ea typeface="Arial"/>
                <a:cs typeface="Arial"/>
              </a:defRPr>
            </a:lvl6pPr>
            <a:lvl7pPr algn="l">
              <a:defRPr sz="2250" b="1">
                <a:solidFill>
                  <a:srgbClr val="102D45"/>
                </a:solidFill>
                <a:latin typeface="Arial"/>
                <a:ea typeface="Arial"/>
                <a:cs typeface="Arial"/>
              </a:defRPr>
            </a:lvl7pPr>
            <a:lvl8pPr algn="l">
              <a:defRPr sz="2250" b="1">
                <a:solidFill>
                  <a:srgbClr val="102D45"/>
                </a:solidFill>
                <a:latin typeface="Arial"/>
                <a:ea typeface="Arial"/>
                <a:cs typeface="Arial"/>
              </a:defRPr>
            </a:lvl8pPr>
            <a:lvl9pPr algn="l">
              <a:defRPr sz="2250" b="1">
                <a:solidFill>
                  <a:srgbClr val="102D45"/>
                </a:solidFill>
                <a:latin typeface="Arial"/>
                <a:ea typeface="Arial"/>
                <a:cs typeface="Arial"/>
              </a:defRPr>
            </a:lvl9pPr>
          </a:lstStyle>
          <a:p xmlns:a="http://schemas.openxmlformats.org/drawingml/2006/main">
            <a:pPr algn="l">
              <a:defRPr sz="2250" b="1">
                <a:solidFill>
                  <a:srgbClr val="102D45"/>
                </a:solidFill>
                <a:latin typeface="Arial"/>
                <a:ea typeface="Arial"/>
                <a:cs typeface="Arial"/>
              </a:defRPr>
            </a:pPr>
            <a:r>
              <a:rPr sz="2250" b="1">
                <a:solidFill>
                  <a:srgbClr val="102D45"/>
                </a:solidFill>
                <a:latin typeface="Arial"/>
                <a:ea typeface="Arial"/>
                <a:cs typeface="Arial"/>
              </a:rPr>
              <a:t>Follow the actual work</a:t>
            </a:r>
          </a:p>
        </p:txBody>
      </p:sp>
      <p:sp>
        <p:nvSpPr>
          <p:cNvPr id="10" name="Actor timelines link captured contexts&#10;to the selected event">
            <a:extLst xmlns:a="http://schemas.openxmlformats.org/drawingml/2006/main">
              <a:ext uri="{FF2B5EF4-FFF2-40B4-BE49-F238E27FC236}">
                <a16:creationId xmlns:a16="http://schemas.microsoft.com/office/drawing/2014/main" id="{023CAA46-2176-4D74-AC99-147163FAB61C}"/>
              </a:ext>
            </a:extLst>
          </p:cNvPr>
          <p:cNvSpPr>
            <a:spLocks xmlns:a="http://schemas.openxmlformats.org/drawingml/2006/main" noGrp="1"/>
          </p:cNvSpPr>
          <p:nvPr/>
        </p:nvSpPr>
        <p:spPr>
          <a:xfrm xmlns:a="http://schemas.openxmlformats.org/drawingml/2006/main">
            <a:off x="9906000" y="4438650"/>
            <a:ext cx="46672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53697A"/>
                </a:solidFill>
                <a:latin typeface="Arial"/>
                <a:ea typeface="Arial"/>
                <a:cs typeface="Arial"/>
              </a:defRPr>
            </a:defPPr>
            <a:lvl1pPr algn="l">
              <a:defRPr sz="2025" b="0">
                <a:solidFill>
                  <a:srgbClr val="53697A"/>
                </a:solidFill>
                <a:latin typeface="Arial"/>
                <a:ea typeface="Arial"/>
                <a:cs typeface="Arial"/>
              </a:defRPr>
            </a:lvl1pPr>
            <a:lvl2pPr algn="l">
              <a:defRPr sz="2025" b="0">
                <a:solidFill>
                  <a:srgbClr val="53697A"/>
                </a:solidFill>
                <a:latin typeface="Arial"/>
                <a:ea typeface="Arial"/>
                <a:cs typeface="Arial"/>
              </a:defRPr>
            </a:lvl2pPr>
            <a:lvl3pPr algn="l">
              <a:defRPr sz="2025" b="0">
                <a:solidFill>
                  <a:srgbClr val="53697A"/>
                </a:solidFill>
                <a:latin typeface="Arial"/>
                <a:ea typeface="Arial"/>
                <a:cs typeface="Arial"/>
              </a:defRPr>
            </a:lvl3pPr>
            <a:lvl4pPr algn="l">
              <a:defRPr sz="2025" b="0">
                <a:solidFill>
                  <a:srgbClr val="53697A"/>
                </a:solidFill>
                <a:latin typeface="Arial"/>
                <a:ea typeface="Arial"/>
                <a:cs typeface="Arial"/>
              </a:defRPr>
            </a:lvl4pPr>
            <a:lvl5pPr algn="l">
              <a:defRPr sz="2025" b="0">
                <a:solidFill>
                  <a:srgbClr val="53697A"/>
                </a:solidFill>
                <a:latin typeface="Arial"/>
                <a:ea typeface="Arial"/>
                <a:cs typeface="Arial"/>
              </a:defRPr>
            </a:lvl5pPr>
            <a:lvl6pPr algn="l">
              <a:defRPr sz="2025" b="0">
                <a:solidFill>
                  <a:srgbClr val="53697A"/>
                </a:solidFill>
                <a:latin typeface="Arial"/>
                <a:ea typeface="Arial"/>
                <a:cs typeface="Arial"/>
              </a:defRPr>
            </a:lvl6pPr>
            <a:lvl7pPr algn="l">
              <a:defRPr sz="2025" b="0">
                <a:solidFill>
                  <a:srgbClr val="53697A"/>
                </a:solidFill>
                <a:latin typeface="Arial"/>
                <a:ea typeface="Arial"/>
                <a:cs typeface="Arial"/>
              </a:defRPr>
            </a:lvl7pPr>
            <a:lvl8pPr algn="l">
              <a:defRPr sz="2025" b="0">
                <a:solidFill>
                  <a:srgbClr val="53697A"/>
                </a:solidFill>
                <a:latin typeface="Arial"/>
                <a:ea typeface="Arial"/>
                <a:cs typeface="Arial"/>
              </a:defRPr>
            </a:lvl8pPr>
            <a:lvl9pPr algn="l">
              <a:defRPr sz="2025" b="0">
                <a:solidFill>
                  <a:srgbClr val="53697A"/>
                </a:solidFill>
                <a:latin typeface="Arial"/>
                <a:ea typeface="Arial"/>
                <a:cs typeface="Arial"/>
              </a:defRPr>
            </a:lvl9pPr>
          </a:lstStyle>
          <a:p xmlns:a="http://schemas.openxmlformats.org/drawingml/2006/main">
            <a:pPr algn="l">
              <a:defRPr sz="2025" b="0">
                <a:solidFill>
                  <a:srgbClr val="53697A"/>
                </a:solidFill>
                <a:latin typeface="Arial"/>
                <a:ea typeface="Arial"/>
                <a:cs typeface="Arial"/>
              </a:defRPr>
            </a:pPr>
            <a:r>
              <a:rPr sz="2025" b="0">
                <a:solidFill>
                  <a:srgbClr val="53697A"/>
                </a:solidFill>
                <a:latin typeface="Arial"/>
                <a:ea typeface="Arial"/>
                <a:cs typeface="Arial"/>
              </a:rPr>
              <a:t>Actor timelines link captured contexts</a:t>
            </a:r>
          </a:p>
          <a:p xmlns:a="http://schemas.openxmlformats.org/drawingml/2006/main">
            <a:pPr algn="l">
              <a:defRPr sz="2025" b="0">
                <a:solidFill>
                  <a:srgbClr val="53697A"/>
                </a:solidFill>
                <a:latin typeface="Arial"/>
                <a:ea typeface="Arial"/>
                <a:cs typeface="Arial"/>
              </a:defRPr>
            </a:pPr>
            <a:r>
              <a:rPr sz="2025" b="0">
                <a:solidFill>
                  <a:srgbClr val="53697A"/>
                </a:solidFill>
                <a:latin typeface="Arial"/>
                <a:ea typeface="Arial"/>
                <a:cs typeface="Arial"/>
              </a:rPr>
              <a:t>to the selected event.</a:t>
            </a:r>
          </a:p>
        </p:txBody>
      </p:sp>
      <p:pic>
        <p:nvPicPr>
          <p:cNvPr id="11" name="">
            <a:extLst xmlns:a="http://schemas.openxmlformats.org/drawingml/2006/main">
              <a:ext uri="{FF2B5EF4-FFF2-40B4-BE49-F238E27FC236}">
                <a16:creationId xmlns:a16="http://schemas.microsoft.com/office/drawing/2014/main" id="{87F90F26-F14B-478E-A38E-EE80A216B3BF}"/>
              </a:ext>
            </a:extLst>
          </p:cNvPr>
          <p:cNvPicPr>
            <a:picLocks xmlns:a="http://schemas.openxmlformats.org/drawingml/2006/main" noChangeAspect="1"/>
          </p:cNvPicPr>
          <p:nvPr/>
        </p:nvPicPr>
        <p:blipFill>
          <a:blip xmlns:r="http://schemas.openxmlformats.org/officeDocument/2006/relationships" xmlns:a="http://schemas.openxmlformats.org/drawingml/2006/main" r:embed="R8cb4e9a870cb4a46"/>
          <a:stretch xmlns:a="http://schemas.openxmlformats.org/drawingml/2006/main"/>
        </p:blipFill>
        <p:spPr>
          <a:xfrm xmlns:a="http://schemas.openxmlformats.org/drawingml/2006/main">
            <a:off x="10372725" y="5276850"/>
            <a:ext cx="3733800" cy="2333625"/>
          </a:xfrm>
          <a:prstGeom xmlns:a="http://schemas.openxmlformats.org/drawingml/2006/main" prst="rect">
            <a:avLst/>
          </a:prstGeom>
        </p:spPr>
      </p:pic>
      <p:sp>
        <p:nvSpPr>
          <p:cNvPr id="12" name="Recorded agent activity">
            <a:extLst xmlns:a="http://schemas.openxmlformats.org/drawingml/2006/main">
              <a:ext uri="{FF2B5EF4-FFF2-40B4-BE49-F238E27FC236}">
                <a16:creationId xmlns:a16="http://schemas.microsoft.com/office/drawing/2014/main" id="{D25AED49-757D-4E69-955A-7448B5C180DE}"/>
              </a:ext>
            </a:extLst>
          </p:cNvPr>
          <p:cNvSpPr>
            <a:spLocks xmlns:a="http://schemas.openxmlformats.org/drawingml/2006/main" noGrp="1"/>
          </p:cNvSpPr>
          <p:nvPr/>
        </p:nvSpPr>
        <p:spPr>
          <a:xfrm xmlns:a="http://schemas.openxmlformats.org/drawingml/2006/main">
            <a:off x="9906000" y="7629525"/>
            <a:ext cx="4667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147F7C"/>
                </a:solidFill>
                <a:latin typeface="Arial"/>
                <a:ea typeface="Arial"/>
                <a:cs typeface="Arial"/>
              </a:defRPr>
            </a:defPPr>
            <a:lvl1pPr algn="l">
              <a:defRPr sz="1350" b="0">
                <a:solidFill>
                  <a:srgbClr val="147F7C"/>
                </a:solidFill>
                <a:latin typeface="Arial"/>
                <a:ea typeface="Arial"/>
                <a:cs typeface="Arial"/>
              </a:defRPr>
            </a:lvl1pPr>
            <a:lvl2pPr algn="l">
              <a:defRPr sz="1350" b="0">
                <a:solidFill>
                  <a:srgbClr val="147F7C"/>
                </a:solidFill>
                <a:latin typeface="Arial"/>
                <a:ea typeface="Arial"/>
                <a:cs typeface="Arial"/>
              </a:defRPr>
            </a:lvl2pPr>
            <a:lvl3pPr algn="l">
              <a:defRPr sz="1350" b="0">
                <a:solidFill>
                  <a:srgbClr val="147F7C"/>
                </a:solidFill>
                <a:latin typeface="Arial"/>
                <a:ea typeface="Arial"/>
                <a:cs typeface="Arial"/>
              </a:defRPr>
            </a:lvl3pPr>
            <a:lvl4pPr algn="l">
              <a:defRPr sz="1350" b="0">
                <a:solidFill>
                  <a:srgbClr val="147F7C"/>
                </a:solidFill>
                <a:latin typeface="Arial"/>
                <a:ea typeface="Arial"/>
                <a:cs typeface="Arial"/>
              </a:defRPr>
            </a:lvl4pPr>
            <a:lvl5pPr algn="l">
              <a:defRPr sz="1350" b="0">
                <a:solidFill>
                  <a:srgbClr val="147F7C"/>
                </a:solidFill>
                <a:latin typeface="Arial"/>
                <a:ea typeface="Arial"/>
                <a:cs typeface="Arial"/>
              </a:defRPr>
            </a:lvl5pPr>
            <a:lvl6pPr algn="l">
              <a:defRPr sz="1350" b="0">
                <a:solidFill>
                  <a:srgbClr val="147F7C"/>
                </a:solidFill>
                <a:latin typeface="Arial"/>
                <a:ea typeface="Arial"/>
                <a:cs typeface="Arial"/>
              </a:defRPr>
            </a:lvl6pPr>
            <a:lvl7pPr algn="l">
              <a:defRPr sz="1350" b="0">
                <a:solidFill>
                  <a:srgbClr val="147F7C"/>
                </a:solidFill>
                <a:latin typeface="Arial"/>
                <a:ea typeface="Arial"/>
                <a:cs typeface="Arial"/>
              </a:defRPr>
            </a:lvl7pPr>
            <a:lvl8pPr algn="l">
              <a:defRPr sz="1350" b="0">
                <a:solidFill>
                  <a:srgbClr val="147F7C"/>
                </a:solidFill>
                <a:latin typeface="Arial"/>
                <a:ea typeface="Arial"/>
                <a:cs typeface="Arial"/>
              </a:defRPr>
            </a:lvl8pPr>
            <a:lvl9pPr algn="l">
              <a:defRPr sz="1350" b="0">
                <a:solidFill>
                  <a:srgbClr val="147F7C"/>
                </a:solidFill>
                <a:latin typeface="Arial"/>
                <a:ea typeface="Arial"/>
                <a:cs typeface="Arial"/>
              </a:defRPr>
            </a:lvl9pPr>
          </a:lstStyle>
          <a:p xmlns:a="http://schemas.openxmlformats.org/drawingml/2006/main">
            <a:pPr algn="l">
              <a:defRPr sz="1350" b="0">
                <a:solidFill>
                  <a:srgbClr val="147F7C"/>
                </a:solidFill>
                <a:latin typeface="Arial"/>
                <a:ea typeface="Arial"/>
                <a:cs typeface="Arial"/>
              </a:defRPr>
            </a:pPr>
            <a:r>
              <a:rPr sz="1350" b="0">
                <a:solidFill>
                  <a:srgbClr val="147F7C"/>
                </a:solidFill>
                <a:latin typeface="Arial"/>
                <a:ea typeface="Arial"/>
                <a:cs typeface="Arial"/>
              </a:rPr>
              <a:t>Recorded agent activity</a:t>
            </a:r>
          </a:p>
        </p:txBody>
      </p:sp>
    </p:spTree>
    <p:extLst>
      <p:ext uri="{BB962C8B-B14F-4D97-AF65-F5344CB8AC3E}">
        <p14:creationId xmlns:p14="http://schemas.microsoft.com/office/powerpoint/2010/main" val="62218770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2026-10-18T16:49:54.8730000Z</dcterms:created>
  <dcterms:modified xsi:type="dcterms:W3CDTF">2026-10-18T16:49:54.8730000Z</dcterms:modified>
</coreProperties>
</file>